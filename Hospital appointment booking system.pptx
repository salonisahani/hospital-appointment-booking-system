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77" r:id="rId5"/>
    <p:sldId id="258" r:id="rId6"/>
    <p:sldId id="278" r:id="rId7"/>
    <p:sldId id="260" r:id="rId8"/>
    <p:sldId id="264" r:id="rId9"/>
    <p:sldId id="279" r:id="rId10"/>
    <p:sldId id="285" r:id="rId11"/>
    <p:sldId id="266" r:id="rId12"/>
    <p:sldId id="280" r:id="rId13"/>
    <p:sldId id="281" r:id="rId14"/>
    <p:sldId id="283" r:id="rId15"/>
    <p:sldId id="284" r:id="rId16"/>
    <p:sldId id="26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95450C9-30E0-4ACF-BDD1-092463FFFB0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36ABAD-DFC6-41BB-AF76-77EBFA45689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79BF0D-A27E-4949-BA05-26DFC7FA342E}" type="datetimeFigureOut">
              <a:rPr lang="en-US" smtClean="0"/>
              <a:t>3/2/2026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C7E56-E390-43F2-A87A-4A200501E44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6FB9EB-179C-4409-A4AF-09861B235A3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762803-C07A-499E-9504-8ED8734DAF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4692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C4AA30-155C-4903-9267-E3BBFB95FF41}" type="datetimeFigureOut">
              <a:rPr lang="en-US" smtClean="0"/>
              <a:t>3/2/2026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B3F336-7DD2-47CF-A0F3-D1163B2A9C1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71307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7343BBF-5896-492F-B293-DE44DE8319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00127" y="5095875"/>
            <a:ext cx="4991747" cy="176212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8BC4C36-9C93-4585-BF64-797C379471F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66725" y="466725"/>
            <a:ext cx="11258550" cy="5924550"/>
          </a:xfrm>
          <a:custGeom>
            <a:avLst/>
            <a:gdLst>
              <a:gd name="connsiteX0" fmla="*/ 0 w 11258550"/>
              <a:gd name="connsiteY0" fmla="*/ 0 h 5924550"/>
              <a:gd name="connsiteX1" fmla="*/ 11258550 w 11258550"/>
              <a:gd name="connsiteY1" fmla="*/ 0 h 5924550"/>
              <a:gd name="connsiteX2" fmla="*/ 11258550 w 11258550"/>
              <a:gd name="connsiteY2" fmla="*/ 5924550 h 5924550"/>
              <a:gd name="connsiteX3" fmla="*/ 8125149 w 11258550"/>
              <a:gd name="connsiteY3" fmla="*/ 5924550 h 5924550"/>
              <a:gd name="connsiteX4" fmla="*/ 8125149 w 11258550"/>
              <a:gd name="connsiteY4" fmla="*/ 4629150 h 5924550"/>
              <a:gd name="connsiteX5" fmla="*/ 3133402 w 11258550"/>
              <a:gd name="connsiteY5" fmla="*/ 4629150 h 5924550"/>
              <a:gd name="connsiteX6" fmla="*/ 3133402 w 11258550"/>
              <a:gd name="connsiteY6" fmla="*/ 5924550 h 5924550"/>
              <a:gd name="connsiteX7" fmla="*/ 0 w 11258550"/>
              <a:gd name="connsiteY7" fmla="*/ 5924550 h 592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258550" h="5924550">
                <a:moveTo>
                  <a:pt x="0" y="0"/>
                </a:moveTo>
                <a:lnTo>
                  <a:pt x="11258550" y="0"/>
                </a:lnTo>
                <a:lnTo>
                  <a:pt x="11258550" y="5924550"/>
                </a:lnTo>
                <a:lnTo>
                  <a:pt x="8125149" y="5924550"/>
                </a:lnTo>
                <a:lnTo>
                  <a:pt x="8125149" y="4629150"/>
                </a:lnTo>
                <a:lnTo>
                  <a:pt x="3133402" y="4629150"/>
                </a:lnTo>
                <a:lnTo>
                  <a:pt x="3133402" y="5924550"/>
                </a:lnTo>
                <a:lnTo>
                  <a:pt x="0" y="592455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7749D11F-03B6-400D-94E7-177EEBC5C7C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60921" y="6176266"/>
            <a:ext cx="4270159" cy="339247"/>
          </a:xfrm>
        </p:spPr>
        <p:txBody>
          <a:bodyPr>
            <a:noAutofit/>
          </a:bodyPr>
          <a:lstStyle>
            <a:lvl1pPr marL="0" indent="0" algn="ctr">
              <a:buNone/>
              <a:defRPr sz="2000" spc="100" baseline="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4C86F7-04B1-4F1F-B4FB-8A3C279360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60940" y="5489855"/>
            <a:ext cx="4270248" cy="640080"/>
          </a:xfrm>
        </p:spPr>
        <p:txBody>
          <a:bodyPr anchor="t">
            <a:noAutofit/>
          </a:bodyPr>
          <a:lstStyle>
            <a:lvl1pPr algn="ctr">
              <a:lnSpc>
                <a:spcPct val="80000"/>
              </a:lnSpc>
              <a:defRPr sz="5000" cap="all" baseline="0">
                <a:ln w="19050">
                  <a:solidFill>
                    <a:schemeClr val="accent6"/>
                  </a:solidFill>
                </a:ln>
                <a:noFill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136384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96E7A44-0539-4C8E-ABEB-E56B131C44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29326" y="2152651"/>
            <a:ext cx="6162674" cy="29098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200CB7D0-0851-45AD-932F-0A0BD59CCB0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66726"/>
            <a:ext cx="6848474" cy="6391274"/>
          </a:xfrm>
          <a:custGeom>
            <a:avLst/>
            <a:gdLst>
              <a:gd name="connsiteX0" fmla="*/ 0 w 6848474"/>
              <a:gd name="connsiteY0" fmla="*/ 0 h 6391274"/>
              <a:gd name="connsiteX1" fmla="*/ 6848474 w 6848474"/>
              <a:gd name="connsiteY1" fmla="*/ 0 h 6391274"/>
              <a:gd name="connsiteX2" fmla="*/ 6848474 w 6848474"/>
              <a:gd name="connsiteY2" fmla="*/ 1685925 h 6391274"/>
              <a:gd name="connsiteX3" fmla="*/ 6029325 w 6848474"/>
              <a:gd name="connsiteY3" fmla="*/ 1685925 h 6391274"/>
              <a:gd name="connsiteX4" fmla="*/ 6029325 w 6848474"/>
              <a:gd name="connsiteY4" fmla="*/ 4595813 h 6391274"/>
              <a:gd name="connsiteX5" fmla="*/ 6848474 w 6848474"/>
              <a:gd name="connsiteY5" fmla="*/ 4595813 h 6391274"/>
              <a:gd name="connsiteX6" fmla="*/ 6848474 w 6848474"/>
              <a:gd name="connsiteY6" fmla="*/ 6391274 h 6391274"/>
              <a:gd name="connsiteX7" fmla="*/ 0 w 6848474"/>
              <a:gd name="connsiteY7" fmla="*/ 6391274 h 6391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48474" h="6391274">
                <a:moveTo>
                  <a:pt x="0" y="0"/>
                </a:moveTo>
                <a:lnTo>
                  <a:pt x="6848474" y="0"/>
                </a:lnTo>
                <a:lnTo>
                  <a:pt x="6848474" y="1685925"/>
                </a:lnTo>
                <a:lnTo>
                  <a:pt x="6029325" y="1685925"/>
                </a:lnTo>
                <a:lnTo>
                  <a:pt x="6029325" y="4595813"/>
                </a:lnTo>
                <a:lnTo>
                  <a:pt x="6848474" y="4595813"/>
                </a:lnTo>
                <a:lnTo>
                  <a:pt x="6848474" y="6391274"/>
                </a:lnTo>
                <a:lnTo>
                  <a:pt x="0" y="639127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0C0B0C-9F99-4C31-993B-EB072ABAD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8/03/20XX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32CDF4-F0E3-4D07-89C6-5ABCCDDD8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BDA5F-715E-4514-9476-437B3EB01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9D38E0F-D52F-4777-9D68-D30CB3B8C8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24625" y="2624137"/>
            <a:ext cx="5172075" cy="2033588"/>
          </a:xfrm>
        </p:spPr>
        <p:txBody>
          <a:bodyPr>
            <a:noAutofit/>
          </a:bodyPr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600" spc="1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E083E92-8775-41F5-A992-0786A40813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92272" y="671808"/>
            <a:ext cx="3661528" cy="63919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276292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760CB-267C-4B96-8D93-EA7752305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5F8915-ABFD-4CAE-AC61-1E1B2B1C6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7218A-692D-4EB0-817E-60AFD432F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D5A4AB60-E1AB-4239-BFC7-C10A235B18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700899"/>
            <a:ext cx="3281555" cy="14726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53300DCB-9114-4ADF-8664-EFDD2C7A6E6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8200" y="2321396"/>
            <a:ext cx="3281555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B69E913-93AE-4878-BA45-C2A83F5ACE3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8200" y="4683183"/>
            <a:ext cx="3281555" cy="106764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EF306DC8-5642-4A13-B67A-9BF5A74DB8B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8200" y="4303679"/>
            <a:ext cx="3281555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CC0CA179-9852-4BA8-8E7D-8C5F43775EA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65159" y="2715236"/>
            <a:ext cx="3281555" cy="14726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651735A5-9931-4467-9BBD-D622219F38F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65159" y="2335733"/>
            <a:ext cx="3281555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75467CBB-A84A-4371-9C2F-3BD7181223E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65159" y="4697520"/>
            <a:ext cx="3281555" cy="106764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5E96B9F0-428C-454F-A050-D0D8E87142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65159" y="4318016"/>
            <a:ext cx="3281555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DBEB11F1-0872-4500-8CBB-63D9F6BBAF0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089832" y="2715236"/>
            <a:ext cx="3281555" cy="14726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1D1E8BAA-941F-4D25-92A6-7E9A2C3664C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089832" y="2335733"/>
            <a:ext cx="3281555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A7E5E59-1A85-4D6C-9DFC-E288DD5ABE98}"/>
              </a:ext>
            </a:extLst>
          </p:cNvPr>
          <p:cNvSpPr/>
          <p:nvPr userDrawn="1"/>
        </p:nvSpPr>
        <p:spPr>
          <a:xfrm rot="5400000">
            <a:off x="9766385" y="-1006534"/>
            <a:ext cx="972645" cy="39242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7B2D7D-08A6-4C69-B43C-2288E5BBDA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1574" y="658420"/>
            <a:ext cx="6408851" cy="66596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691778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CFDE121-67A1-407B-A6E2-D5B255A4F712}"/>
              </a:ext>
            </a:extLst>
          </p:cNvPr>
          <p:cNvSpPr/>
          <p:nvPr userDrawn="1"/>
        </p:nvSpPr>
        <p:spPr>
          <a:xfrm>
            <a:off x="1282168" y="0"/>
            <a:ext cx="1855263" cy="445995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5C2B05-C32D-4F66-8BDA-0F4824844C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575672" y="4121035"/>
            <a:ext cx="3337712" cy="63919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7AE0851-B0C9-475B-8AD9-7C6A141FDDE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414645" y="758825"/>
            <a:ext cx="599148" cy="600075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32254E01-FD47-43F3-A74C-720A0EA4C24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14645" y="1388209"/>
            <a:ext cx="3281555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B911B77-02F4-42D2-8639-A3F7EAFB71E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14645" y="1767713"/>
            <a:ext cx="3281555" cy="11257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2" name="Picture Placeholder 3">
            <a:extLst>
              <a:ext uri="{FF2B5EF4-FFF2-40B4-BE49-F238E27FC236}">
                <a16:creationId xmlns:a16="http://schemas.microsoft.com/office/drawing/2014/main" id="{0FBF118A-5599-4A55-9939-8075D74851A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414645" y="3251858"/>
            <a:ext cx="599148" cy="600075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66BB17E-99F0-43A3-99AA-F928695311F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14645" y="3866925"/>
            <a:ext cx="3281555" cy="42889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934F74CA-3E2F-4F3A-BE25-F8D9572179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14645" y="4248925"/>
            <a:ext cx="3281555" cy="142921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B5A383D6-9A09-46E4-8DD5-684C3B04E15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077157" y="773142"/>
            <a:ext cx="599148" cy="600075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76D712C8-D0F1-407A-AAC4-D86C1FDDCD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72244" y="1388209"/>
            <a:ext cx="3281556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41C731A4-58E7-4726-BFC7-23260BCD62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72244" y="1767713"/>
            <a:ext cx="3281556" cy="11257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533CF28F-2EF0-4DE6-AD35-043AAA87EEC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072244" y="3237794"/>
            <a:ext cx="599148" cy="600075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098ABB59-CA95-470C-A29D-627B16E69E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72244" y="3866925"/>
            <a:ext cx="3281556" cy="42889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B571488-55CE-40DF-84B6-A5166E2BEF9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72244" y="4248925"/>
            <a:ext cx="3281556" cy="142921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D15CF3-8EFD-40BC-B749-25F401BC1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1DB08D-5054-4577-AA1B-BA9D87CF8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EF9931-2A77-46BF-822E-D503CEAF6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616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693F3E0E-712E-4821-A89E-6727BD3825A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466725"/>
            <a:ext cx="4858139" cy="5924550"/>
          </a:xfr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4311D2-47FE-44C1-9B1C-179CAA338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8/03/20XX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DFF648-B296-4801-91A9-A6868BFA7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64D7C8-0561-4530-BCD5-AB0BB1977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50F7E33-83E1-4951-9CEC-14866D6A3C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98135" y="2759613"/>
            <a:ext cx="2824355" cy="111756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F01B4AA-8A2C-488B-A306-BC09BA1C66A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98135" y="2176946"/>
            <a:ext cx="2824355" cy="58153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C79840D9-3F3D-4DFB-9592-867BB8CA12E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845966" y="2759613"/>
            <a:ext cx="2595758" cy="111756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32DFBC7C-0887-40D8-93DA-CBE9F58B1C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45966" y="2176946"/>
            <a:ext cx="2595758" cy="58153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C3C60B52-4450-4317-A5DF-A3E617C12A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98135" y="4712146"/>
            <a:ext cx="2824355" cy="111756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75F1DE6B-CBDA-40EB-A055-4FDC09ACC6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598135" y="4129479"/>
            <a:ext cx="2824355" cy="58153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A9593E99-8D88-45AD-83AF-7F7F9AB693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845966" y="4712146"/>
            <a:ext cx="2595758" cy="111756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D95823CC-CA7F-4F5B-B442-48A39696933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845966" y="4129479"/>
            <a:ext cx="2595758" cy="58153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87501-8949-4796-90C5-50D20B54A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6411" y="941112"/>
            <a:ext cx="6074545" cy="6391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3367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Benefi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70A3F71-78A0-4742-B701-4A1489F5A7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169108"/>
            <a:ext cx="4243755" cy="207712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CB7E97A-4B46-429D-80E3-5A2E689EFAF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00375" y="466724"/>
            <a:ext cx="9191625" cy="6391275"/>
          </a:xfrm>
          <a:custGeom>
            <a:avLst/>
            <a:gdLst>
              <a:gd name="connsiteX0" fmla="*/ 0 w 9191625"/>
              <a:gd name="connsiteY0" fmla="*/ 0 h 6391275"/>
              <a:gd name="connsiteX1" fmla="*/ 9191625 w 9191625"/>
              <a:gd name="connsiteY1" fmla="*/ 0 h 6391275"/>
              <a:gd name="connsiteX2" fmla="*/ 9191625 w 9191625"/>
              <a:gd name="connsiteY2" fmla="*/ 6391275 h 6391275"/>
              <a:gd name="connsiteX3" fmla="*/ 0 w 9191625"/>
              <a:gd name="connsiteY3" fmla="*/ 6391275 h 6391275"/>
              <a:gd name="connsiteX4" fmla="*/ 0 w 9191625"/>
              <a:gd name="connsiteY4" fmla="*/ 4779506 h 6391275"/>
              <a:gd name="connsiteX5" fmla="*/ 1243380 w 9191625"/>
              <a:gd name="connsiteY5" fmla="*/ 4779506 h 6391275"/>
              <a:gd name="connsiteX6" fmla="*/ 1243380 w 9191625"/>
              <a:gd name="connsiteY6" fmla="*/ 2702384 h 6391275"/>
              <a:gd name="connsiteX7" fmla="*/ 0 w 9191625"/>
              <a:gd name="connsiteY7" fmla="*/ 2702384 h 6391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191625" h="6391275">
                <a:moveTo>
                  <a:pt x="0" y="0"/>
                </a:moveTo>
                <a:lnTo>
                  <a:pt x="9191625" y="0"/>
                </a:lnTo>
                <a:lnTo>
                  <a:pt x="9191625" y="6391275"/>
                </a:lnTo>
                <a:lnTo>
                  <a:pt x="0" y="6391275"/>
                </a:lnTo>
                <a:lnTo>
                  <a:pt x="0" y="4779506"/>
                </a:lnTo>
                <a:lnTo>
                  <a:pt x="1243380" y="4779506"/>
                </a:lnTo>
                <a:lnTo>
                  <a:pt x="1243380" y="2702384"/>
                </a:lnTo>
                <a:lnTo>
                  <a:pt x="0" y="270238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59D5F7-4F29-467D-8261-4E075BB20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2C6787-293A-4CC2-A2D2-E2881CC6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11C36F-4448-4279-8552-28C42ECE4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CCB8AC8A-361C-4A01-AEB1-112BEAC487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2133" y="3384898"/>
            <a:ext cx="3519487" cy="158839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847092-EAA4-4108-A528-108AD1F964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00518" y="2211168"/>
            <a:ext cx="5829300" cy="662096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67000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CFABFC7-4108-49F4-A75A-5AB472AA20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847139"/>
            <a:ext cx="12192000" cy="116372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162CB3A-11BC-4C5C-B53D-B965CFA2B68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66725" y="466725"/>
            <a:ext cx="11258550" cy="5924550"/>
          </a:xfrm>
          <a:custGeom>
            <a:avLst/>
            <a:gdLst>
              <a:gd name="connsiteX0" fmla="*/ 0 w 11258550"/>
              <a:gd name="connsiteY0" fmla="*/ 3544135 h 5924550"/>
              <a:gd name="connsiteX1" fmla="*/ 11258550 w 11258550"/>
              <a:gd name="connsiteY1" fmla="*/ 3544135 h 5924550"/>
              <a:gd name="connsiteX2" fmla="*/ 11258550 w 11258550"/>
              <a:gd name="connsiteY2" fmla="*/ 5924550 h 5924550"/>
              <a:gd name="connsiteX3" fmla="*/ 0 w 11258550"/>
              <a:gd name="connsiteY3" fmla="*/ 5924550 h 5924550"/>
              <a:gd name="connsiteX4" fmla="*/ 0 w 11258550"/>
              <a:gd name="connsiteY4" fmla="*/ 0 h 5924550"/>
              <a:gd name="connsiteX5" fmla="*/ 11258550 w 11258550"/>
              <a:gd name="connsiteY5" fmla="*/ 0 h 5924550"/>
              <a:gd name="connsiteX6" fmla="*/ 11258550 w 11258550"/>
              <a:gd name="connsiteY6" fmla="*/ 2380414 h 5924550"/>
              <a:gd name="connsiteX7" fmla="*/ 0 w 11258550"/>
              <a:gd name="connsiteY7" fmla="*/ 2380414 h 592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258550" h="5924550">
                <a:moveTo>
                  <a:pt x="0" y="3544135"/>
                </a:moveTo>
                <a:lnTo>
                  <a:pt x="11258550" y="3544135"/>
                </a:lnTo>
                <a:lnTo>
                  <a:pt x="11258550" y="5924550"/>
                </a:lnTo>
                <a:lnTo>
                  <a:pt x="0" y="5924550"/>
                </a:lnTo>
                <a:close/>
                <a:moveTo>
                  <a:pt x="0" y="0"/>
                </a:moveTo>
                <a:lnTo>
                  <a:pt x="11258550" y="0"/>
                </a:lnTo>
                <a:lnTo>
                  <a:pt x="11258550" y="2380414"/>
                </a:lnTo>
                <a:lnTo>
                  <a:pt x="0" y="238041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9EBBDF-3A3F-40FD-9752-1D92BFAD19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9738" y="3001020"/>
            <a:ext cx="8412524" cy="938559"/>
          </a:xfrm>
        </p:spPr>
        <p:txBody>
          <a:bodyPr/>
          <a:lstStyle>
            <a:lvl1pPr algn="ctr">
              <a:defRPr sz="5000" spc="100" baseline="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62329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siness Mo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457E51-8279-450D-ABC2-889F91AD7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F52AC3-8AAB-49A9-8BB4-9A82193F9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42EBEF-1685-466C-9FC9-D1A2D4A68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360F31D-8187-4BBF-807F-BCD7628363E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flipH="1">
            <a:off x="1" y="466725"/>
            <a:ext cx="6096000" cy="5924550"/>
          </a:xfr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61D3AC4-50E4-442B-88DA-99E01D461FA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34200" y="2183098"/>
            <a:ext cx="4419600" cy="64207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BA1C8C7-E942-4381-8DFB-35C0D375D5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34200" y="1632228"/>
            <a:ext cx="4419600" cy="5508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619FB69F-436E-4680-805E-129656D1FC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34200" y="3732794"/>
            <a:ext cx="4419600" cy="64207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9EEFB823-5D40-4C5F-8E5C-8DA54596313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34200" y="3181924"/>
            <a:ext cx="4419600" cy="5508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97A70DDF-2854-466D-AE9A-7AA7BF32982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934200" y="5307885"/>
            <a:ext cx="4419600" cy="64207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C6C41E82-34D6-471D-81E8-FCA62C7F22F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934200" y="4757015"/>
            <a:ext cx="4419600" cy="5508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0E1AE8-90BE-4DE3-93E9-B997D48FE6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13162" y="668924"/>
            <a:ext cx="6041908" cy="64207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740568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2FB566-AB0F-4A84-A379-5B7A132A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0B01EE-E344-461A-85A0-3AA7F83AA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9A25E-2DC1-49B1-A962-EFCDB81F9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848D9ED-15C8-4EA0-B95F-CFD1BAF0A54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flipH="1">
            <a:off x="1809750" y="475743"/>
            <a:ext cx="6475268" cy="5915532"/>
          </a:xfr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CEF9385-3B06-4216-9420-A91190C6B7C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91419" y="1125633"/>
            <a:ext cx="2937452" cy="11926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D01ADD07-F155-4B1F-B204-2284F6999B7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691419" y="746129"/>
            <a:ext cx="2937452" cy="4263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20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129012F5-57FB-4F6F-8FF8-DBA65EC1EF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91419" y="4716842"/>
            <a:ext cx="2937452" cy="110666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F8E7E45-85D4-40EE-836F-76055F0F8E7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91419" y="4337338"/>
            <a:ext cx="2937452" cy="4263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20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E315DB3C-D2E4-4310-8A18-71457CBD7A4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91419" y="2964253"/>
            <a:ext cx="2937452" cy="110666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D8DBA9F3-328C-4BAE-A2E1-0FBFE3A476E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91419" y="2584749"/>
            <a:ext cx="2937452" cy="4263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20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8B7365-7137-471F-BFE9-2F6C362933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914546" y="3092260"/>
            <a:ext cx="5719734" cy="6824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73920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8D0226-3AB8-4591-90BD-C0E6D9A30301}"/>
              </a:ext>
            </a:extLst>
          </p:cNvPr>
          <p:cNvSpPr/>
          <p:nvPr userDrawn="1"/>
        </p:nvSpPr>
        <p:spPr>
          <a:xfrm>
            <a:off x="1780309" y="2761134"/>
            <a:ext cx="2283691" cy="129309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12CA40-DF7D-4358-831F-BC9B8960CBDB}"/>
              </a:ext>
            </a:extLst>
          </p:cNvPr>
          <p:cNvSpPr/>
          <p:nvPr userDrawn="1"/>
        </p:nvSpPr>
        <p:spPr>
          <a:xfrm>
            <a:off x="4979555" y="2761134"/>
            <a:ext cx="2283691" cy="129309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E1A6E6-C76B-400D-9A19-F1B09AD38A3E}"/>
              </a:ext>
            </a:extLst>
          </p:cNvPr>
          <p:cNvSpPr/>
          <p:nvPr userDrawn="1"/>
        </p:nvSpPr>
        <p:spPr>
          <a:xfrm>
            <a:off x="8153400" y="2761134"/>
            <a:ext cx="2283691" cy="129309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E67140AA-40F5-4101-B5AA-DDCDA4906E3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53428" y="4178539"/>
            <a:ext cx="2937452" cy="96864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8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1966AA58-3FAC-4126-8C63-16F104203B6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07899" y="2977808"/>
            <a:ext cx="1828510" cy="85974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2800" cap="all" spc="1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3B430FA7-46C5-4651-8ED7-21284AF0121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2674" y="4178539"/>
            <a:ext cx="2937452" cy="96864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8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1C698088-82D8-4D90-AE73-66B661DFCB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07145" y="2977808"/>
            <a:ext cx="1828510" cy="85974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2800" cap="all" spc="1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83FF934E-D2F5-409F-B4EB-CD316340BF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51920" y="4178539"/>
            <a:ext cx="2937452" cy="96864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8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7E006825-EBAA-451B-AD52-683B7109D50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80990" y="2977808"/>
            <a:ext cx="1828510" cy="85974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2800" cap="all" spc="1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9" name="Date Placeholder 4">
            <a:extLst>
              <a:ext uri="{FF2B5EF4-FFF2-40B4-BE49-F238E27FC236}">
                <a16:creationId xmlns:a16="http://schemas.microsoft.com/office/drawing/2014/main" id="{044D0E17-B284-4856-BBDB-FFF2EBAB97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515753"/>
            <a:ext cx="2743200" cy="205722"/>
          </a:xfrm>
        </p:spPr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20" name="Footer Placeholder 5">
            <a:extLst>
              <a:ext uri="{FF2B5EF4-FFF2-40B4-BE49-F238E27FC236}">
                <a16:creationId xmlns:a16="http://schemas.microsoft.com/office/drawing/2014/main" id="{56B7B285-9E5D-48DB-B740-3FDA433FE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15753"/>
            <a:ext cx="4114800" cy="205722"/>
          </a:xfrm>
        </p:spPr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21" name="Slide Number Placeholder 6">
            <a:extLst>
              <a:ext uri="{FF2B5EF4-FFF2-40B4-BE49-F238E27FC236}">
                <a16:creationId xmlns:a16="http://schemas.microsoft.com/office/drawing/2014/main" id="{73D1A241-8F30-495A-8B68-B8A5CAA1F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>
            <a:noAutofit/>
          </a:bodyPr>
          <a:lstStyle/>
          <a:p>
            <a:fld id="{BF860B6F-2FE3-4DE6-9496-980E987E746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C931C97-3E53-4030-A6E5-50E4DF9A1C34}"/>
              </a:ext>
            </a:extLst>
          </p:cNvPr>
          <p:cNvSpPr/>
          <p:nvPr userDrawn="1"/>
        </p:nvSpPr>
        <p:spPr>
          <a:xfrm rot="5400000">
            <a:off x="9766385" y="-1006534"/>
            <a:ext cx="972645" cy="39242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F8C40A-9F2A-4E97-956E-E8A1BFB94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1574" y="671808"/>
            <a:ext cx="6408851" cy="639192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024192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Compet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E1A5FC-3F83-4927-88B5-5BCBA3EA684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333860" y="466725"/>
            <a:ext cx="4858139" cy="5924550"/>
          </a:xfr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EE9FB-42C5-4A09-A4FE-4DDE8CF93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208DFF-BE58-419E-A8E1-FD9428158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24A919-F912-4129-B930-D8A078A8C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CEA9B97-0004-4411-ABB4-A27F463B89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57045" y="2387634"/>
            <a:ext cx="2824355" cy="339280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15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D60F60-B501-479A-A75A-8FD1F97965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7045" y="1804968"/>
            <a:ext cx="2824355" cy="58153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9170FD0E-EBE1-4417-BC9D-4CD5F92BFD3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5452" y="2385650"/>
            <a:ext cx="2824355" cy="339280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15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17738676-CB36-4BE1-A9C9-0215DEEECB1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45452" y="1802984"/>
            <a:ext cx="2824355" cy="58153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438544-38E0-4456-B973-6058B99619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4203" y="671808"/>
            <a:ext cx="6041907" cy="639192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6008680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Competition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F3F335-C36A-4214-BC97-BB4C97218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CCBA95-53AF-4D84-851A-583238623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38AEEC-9F28-4200-B5D7-453E32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D9967FE-B330-4703-9D6E-CC40B84B1030}"/>
              </a:ext>
            </a:extLst>
          </p:cNvPr>
          <p:cNvCxnSpPr>
            <a:cxnSpLocks/>
          </p:cNvCxnSpPr>
          <p:nvPr userDrawn="1"/>
        </p:nvCxnSpPr>
        <p:spPr>
          <a:xfrm>
            <a:off x="6150567" y="2200739"/>
            <a:ext cx="0" cy="346992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BC0FBFA-8000-40C6-8EF3-D30A0A48CBC5}"/>
              </a:ext>
            </a:extLst>
          </p:cNvPr>
          <p:cNvCxnSpPr>
            <a:cxnSpLocks/>
          </p:cNvCxnSpPr>
          <p:nvPr userDrawn="1"/>
        </p:nvCxnSpPr>
        <p:spPr>
          <a:xfrm flipH="1">
            <a:off x="2545167" y="3935702"/>
            <a:ext cx="7101667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 Placeholder 10">
            <a:extLst>
              <a:ext uri="{FF2B5EF4-FFF2-40B4-BE49-F238E27FC236}">
                <a16:creationId xmlns:a16="http://schemas.microsoft.com/office/drawing/2014/main" id="{2DCC767D-316F-42DA-9712-29C185B762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78036" y="1767731"/>
            <a:ext cx="1706966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4" name="Text Placeholder 10">
            <a:extLst>
              <a:ext uri="{FF2B5EF4-FFF2-40B4-BE49-F238E27FC236}">
                <a16:creationId xmlns:a16="http://schemas.microsoft.com/office/drawing/2014/main" id="{DC3AF654-39ED-4B70-9A85-34D9DC793D5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78035" y="5683895"/>
            <a:ext cx="1706966" cy="4263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3E0B0DF9-E558-439A-9B7D-4C600008B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3792884"/>
            <a:ext cx="1706966" cy="4263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r">
              <a:buNone/>
              <a:defRPr sz="1400" cap="all" spc="1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6BB9DF13-A501-4465-8844-F8ADFE8BED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6834" y="3792884"/>
            <a:ext cx="1706966" cy="4263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1400" cap="all" spc="1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7" name="Text Placeholder 10">
            <a:extLst>
              <a:ext uri="{FF2B5EF4-FFF2-40B4-BE49-F238E27FC236}">
                <a16:creationId xmlns:a16="http://schemas.microsoft.com/office/drawing/2014/main" id="{D23EF573-9496-4229-ABB9-B58C441687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985000" y="2740969"/>
            <a:ext cx="1929792" cy="42639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cap="all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6C96D231-4BEB-47C0-BC89-3D69A5E0DD1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59358" y="4263233"/>
            <a:ext cx="913553" cy="42639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9" name="Text Placeholder 10">
            <a:extLst>
              <a:ext uri="{FF2B5EF4-FFF2-40B4-BE49-F238E27FC236}">
                <a16:creationId xmlns:a16="http://schemas.microsoft.com/office/drawing/2014/main" id="{18B3BFCC-5202-4CF7-8748-EA1165299B9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45805" y="5001059"/>
            <a:ext cx="913553" cy="42639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0" name="Text Placeholder 10">
            <a:extLst>
              <a:ext uri="{FF2B5EF4-FFF2-40B4-BE49-F238E27FC236}">
                <a16:creationId xmlns:a16="http://schemas.microsoft.com/office/drawing/2014/main" id="{0F78A8C0-E488-4B82-A881-BAF70EF526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528224" y="4328700"/>
            <a:ext cx="913553" cy="42639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9CBF7863-921B-428D-857E-AC4D195E887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464942" y="4956195"/>
            <a:ext cx="913553" cy="42639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2" name="Text Placeholder 10">
            <a:extLst>
              <a:ext uri="{FF2B5EF4-FFF2-40B4-BE49-F238E27FC236}">
                <a16:creationId xmlns:a16="http://schemas.microsoft.com/office/drawing/2014/main" id="{3818CA49-6F16-4527-9CE5-335D522ECAA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696547" y="2870279"/>
            <a:ext cx="913553" cy="42639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A8460B-1230-475A-839A-BB0365A3D5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4203" y="671807"/>
            <a:ext cx="10629597" cy="64580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743895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owth Strate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D11A1-D567-4DE9-AFD4-7A6BC7C300C1}"/>
              </a:ext>
            </a:extLst>
          </p:cNvPr>
          <p:cNvSpPr/>
          <p:nvPr userDrawn="1"/>
        </p:nvSpPr>
        <p:spPr>
          <a:xfrm>
            <a:off x="4483944" y="2406747"/>
            <a:ext cx="3200401" cy="11277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1398470-6F00-41F0-B63E-42C03BC992F8}"/>
              </a:ext>
            </a:extLst>
          </p:cNvPr>
          <p:cNvSpPr/>
          <p:nvPr userDrawn="1"/>
        </p:nvSpPr>
        <p:spPr>
          <a:xfrm>
            <a:off x="4489659" y="2406748"/>
            <a:ext cx="3191933" cy="318515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06A024-E68E-4F1C-887D-415804C89479}"/>
              </a:ext>
            </a:extLst>
          </p:cNvPr>
          <p:cNvSpPr/>
          <p:nvPr userDrawn="1"/>
        </p:nvSpPr>
        <p:spPr>
          <a:xfrm>
            <a:off x="8284843" y="2406747"/>
            <a:ext cx="3200401" cy="11277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B3C2448-350F-482F-92C0-4F1495265933}"/>
              </a:ext>
            </a:extLst>
          </p:cNvPr>
          <p:cNvSpPr/>
          <p:nvPr userDrawn="1"/>
        </p:nvSpPr>
        <p:spPr>
          <a:xfrm>
            <a:off x="8290558" y="2406748"/>
            <a:ext cx="3191933" cy="318515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BFB613-F647-4C24-8072-6BA560C2CF35}"/>
              </a:ext>
            </a:extLst>
          </p:cNvPr>
          <p:cNvSpPr/>
          <p:nvPr userDrawn="1"/>
        </p:nvSpPr>
        <p:spPr>
          <a:xfrm rot="5400000">
            <a:off x="9766385" y="-1006534"/>
            <a:ext cx="972645" cy="39242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52D8BE-09E0-4B54-871E-627BA3688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158535-C39C-4032-BC07-CC7DA7456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638FD9-7569-4F67-9902-EA32B7F93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36849D09-65B8-4E5C-986A-AB5E3748D42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1350" y="1221488"/>
            <a:ext cx="5829300" cy="53786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2000" cap="none" spc="100" baseline="0">
                <a:solidFill>
                  <a:schemeClr val="tx1"/>
                </a:solidFill>
                <a:latin typeface="Seaford" panose="020B0502030303020204" pitchFamily="34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AC480B-19BB-48E2-8BEF-4AA0680D32DE}"/>
              </a:ext>
            </a:extLst>
          </p:cNvPr>
          <p:cNvSpPr/>
          <p:nvPr userDrawn="1"/>
        </p:nvSpPr>
        <p:spPr>
          <a:xfrm>
            <a:off x="691513" y="2406747"/>
            <a:ext cx="3200401" cy="11277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C09E39-FAAE-43BC-8BD6-08DC89C45F5B}"/>
              </a:ext>
            </a:extLst>
          </p:cNvPr>
          <p:cNvSpPr/>
          <p:nvPr userDrawn="1"/>
        </p:nvSpPr>
        <p:spPr>
          <a:xfrm>
            <a:off x="697228" y="2406748"/>
            <a:ext cx="3191933" cy="318515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07156FBE-72BD-4A64-99F7-1ABAA272A0F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928" y="2683198"/>
            <a:ext cx="2667000" cy="60918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cap="all" spc="1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0AEE629F-FF1D-44AE-B728-8EA70D72A35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750644" y="2683198"/>
            <a:ext cx="2667000" cy="60918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cap="all" spc="1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5C4D74F9-C022-4D89-9C64-1A0A5FD3A6E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551543" y="2683198"/>
            <a:ext cx="2667000" cy="60918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cap="all" spc="1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75D06BD1-5247-47AE-87C4-5720ED5AC7F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3928" y="3778623"/>
            <a:ext cx="2667000" cy="155810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FD3684C2-E9CD-4A2A-993D-ABF39BD30C2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50644" y="3778623"/>
            <a:ext cx="2667000" cy="155810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A960BEA5-C2B5-456D-8982-4C8A8E7EE68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1543" y="3778623"/>
            <a:ext cx="2667000" cy="155810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CDC00CA-B925-48D9-91B3-A79A59C280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81350" y="671807"/>
            <a:ext cx="5829300" cy="63919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4974638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336D74-17F7-4684-B610-18AB1682D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1FBB6F-A08B-41AD-8AD2-DC5AE674E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FA4285-BB73-4E13-BBDF-3F14D2AD9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6F28238E-356F-43CD-AA8F-3BC1FA26B6E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27900" y="1172060"/>
            <a:ext cx="5829300" cy="53786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2000" cap="none" spc="100" baseline="0">
                <a:solidFill>
                  <a:schemeClr val="tx1"/>
                </a:solidFill>
                <a:latin typeface="Seaford" panose="020B0502030303020204" pitchFamily="34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6" name="Text Placeholder 10">
            <a:extLst>
              <a:ext uri="{FF2B5EF4-FFF2-40B4-BE49-F238E27FC236}">
                <a16:creationId xmlns:a16="http://schemas.microsoft.com/office/drawing/2014/main" id="{050BF9B7-44D3-43B3-8650-0E38FB9F802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85497" y="2172381"/>
            <a:ext cx="4487220" cy="44876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800" cap="none" spc="2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00A34C87-263B-4C39-95B1-6A3E78FC480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10838" y="2172381"/>
            <a:ext cx="5007023" cy="44876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800" cap="none" spc="2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8FDE5E1-CA4F-47D6-B408-560DFA59D301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06463" y="2752724"/>
            <a:ext cx="5007022" cy="3292475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Content Placeholder 9">
            <a:extLst>
              <a:ext uri="{FF2B5EF4-FFF2-40B4-BE49-F238E27FC236}">
                <a16:creationId xmlns:a16="http://schemas.microsoft.com/office/drawing/2014/main" id="{E8933B94-68E9-4F8A-95B3-C8A867B06FF5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785497" y="2747768"/>
            <a:ext cx="4500041" cy="3292475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997C22C-C02E-4D5D-866A-A163E2B47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27900" y="671808"/>
            <a:ext cx="5829300" cy="639192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9678594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Year Action 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99">
            <a:extLst>
              <a:ext uri="{FF2B5EF4-FFF2-40B4-BE49-F238E27FC236}">
                <a16:creationId xmlns:a16="http://schemas.microsoft.com/office/drawing/2014/main" id="{9A6EC546-1FDF-48B1-BB0F-4069A4AF6B46}"/>
              </a:ext>
            </a:extLst>
          </p:cNvPr>
          <p:cNvSpPr/>
          <p:nvPr userDrawn="1"/>
        </p:nvSpPr>
        <p:spPr>
          <a:xfrm rot="5400000">
            <a:off x="1338026" y="-868210"/>
            <a:ext cx="972645" cy="364765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787A3-6FE4-43A8-B38B-0F6A2EF11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DE0A1E-0F1E-4FFE-B209-3D9679190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999867-6933-40F9-BEA0-F30FA6975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00E72126-EBC8-4AA7-AA53-38A15FDEC6E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712346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C44CA5E4-4215-49A0-86F5-2C4847D87E6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501761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735C1917-DDF3-4A5B-AEB9-E0FBD98EC5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91176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D0FF36A3-BF35-4A36-ADAB-547CA8CAED9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0591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0" name="Text Placeholder 14">
            <a:extLst>
              <a:ext uri="{FF2B5EF4-FFF2-40B4-BE49-F238E27FC236}">
                <a16:creationId xmlns:a16="http://schemas.microsoft.com/office/drawing/2014/main" id="{3BE85149-0E6D-4CDC-82B6-EF6894D9C90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10807" y="3170170"/>
            <a:ext cx="61531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Text Placeholder 14">
            <a:extLst>
              <a:ext uri="{FF2B5EF4-FFF2-40B4-BE49-F238E27FC236}">
                <a16:creationId xmlns:a16="http://schemas.microsoft.com/office/drawing/2014/main" id="{66E8B6B5-41D1-4EC9-84EF-1989A504B7D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659421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0F13F401-A13F-4EF3-88FC-D517D7F7BA5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48836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3" name="Text Placeholder 14">
            <a:extLst>
              <a:ext uri="{FF2B5EF4-FFF2-40B4-BE49-F238E27FC236}">
                <a16:creationId xmlns:a16="http://schemas.microsoft.com/office/drawing/2014/main" id="{94639D5D-D529-4EF5-9EF8-8C9B3715A28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238251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4" name="Text Placeholder 14">
            <a:extLst>
              <a:ext uri="{FF2B5EF4-FFF2-40B4-BE49-F238E27FC236}">
                <a16:creationId xmlns:a16="http://schemas.microsoft.com/office/drawing/2014/main" id="{45E22B01-C64B-4A03-9118-68BCAECC32F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027666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5" name="Text Placeholder 14">
            <a:extLst>
              <a:ext uri="{FF2B5EF4-FFF2-40B4-BE49-F238E27FC236}">
                <a16:creationId xmlns:a16="http://schemas.microsoft.com/office/drawing/2014/main" id="{04BA50FF-5CC3-4F90-9AA6-5942DF634BA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817081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Text Placeholder 14">
            <a:extLst>
              <a:ext uri="{FF2B5EF4-FFF2-40B4-BE49-F238E27FC236}">
                <a16:creationId xmlns:a16="http://schemas.microsoft.com/office/drawing/2014/main" id="{5B3EEE7C-67C5-49ED-A602-F8E162B21AA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606496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EE91B34F-5506-49A1-8594-9259C64066F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395907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6A7D7592-A438-4BE7-82A5-188EF3B7021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712346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9" name="Text Placeholder 14">
            <a:extLst>
              <a:ext uri="{FF2B5EF4-FFF2-40B4-BE49-F238E27FC236}">
                <a16:creationId xmlns:a16="http://schemas.microsoft.com/office/drawing/2014/main" id="{70F1DE9A-9607-4D77-B1CA-EA7A15A4CAC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501761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0" name="Text Placeholder 14">
            <a:extLst>
              <a:ext uri="{FF2B5EF4-FFF2-40B4-BE49-F238E27FC236}">
                <a16:creationId xmlns:a16="http://schemas.microsoft.com/office/drawing/2014/main" id="{FE726AB2-7D79-4CF4-ACA3-327A065CAA1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91176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1" name="Text Placeholder 14">
            <a:extLst>
              <a:ext uri="{FF2B5EF4-FFF2-40B4-BE49-F238E27FC236}">
                <a16:creationId xmlns:a16="http://schemas.microsoft.com/office/drawing/2014/main" id="{07991841-3C5D-4E23-ACEF-AC0C7BA2866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080591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E827F407-DC92-4E39-85F3-56B3405B23A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810807" y="4871997"/>
            <a:ext cx="61531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ADBEC4B1-A92B-4923-B3C2-44570B971C8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659421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4" name="Text Placeholder 14">
            <a:extLst>
              <a:ext uri="{FF2B5EF4-FFF2-40B4-BE49-F238E27FC236}">
                <a16:creationId xmlns:a16="http://schemas.microsoft.com/office/drawing/2014/main" id="{32CD6E05-4E76-4ADF-9FC8-4321B2B9600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448836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3D40BE94-38F8-48B0-9A42-DA1A4197504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238251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CCFECD0B-5901-4EBC-92AA-3DE8CD1132D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027666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B173BBB1-992E-4C62-B6EF-38E5859DA79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817081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8" name="Text Placeholder 14">
            <a:extLst>
              <a:ext uri="{FF2B5EF4-FFF2-40B4-BE49-F238E27FC236}">
                <a16:creationId xmlns:a16="http://schemas.microsoft.com/office/drawing/2014/main" id="{83639117-6091-4743-897D-3E5F4468CCA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606496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9" name="Text Placeholder 14">
            <a:extLst>
              <a:ext uri="{FF2B5EF4-FFF2-40B4-BE49-F238E27FC236}">
                <a16:creationId xmlns:a16="http://schemas.microsoft.com/office/drawing/2014/main" id="{B7A64542-4E5B-4701-845E-5101F87E110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0395907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2" name="Text Placeholder 14">
            <a:extLst>
              <a:ext uri="{FF2B5EF4-FFF2-40B4-BE49-F238E27FC236}">
                <a16:creationId xmlns:a16="http://schemas.microsoft.com/office/drawing/2014/main" id="{0F74B4EA-4966-4ABC-8DFD-01157881B8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96804" y="2720679"/>
            <a:ext cx="1021001" cy="50172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2000" cap="none" spc="100" baseline="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Add year</a:t>
            </a:r>
          </a:p>
        </p:txBody>
      </p:sp>
      <p:sp>
        <p:nvSpPr>
          <p:cNvPr id="53" name="Text Placeholder 14">
            <a:extLst>
              <a:ext uri="{FF2B5EF4-FFF2-40B4-BE49-F238E27FC236}">
                <a16:creationId xmlns:a16="http://schemas.microsoft.com/office/drawing/2014/main" id="{D7536456-E749-466F-8EFA-F33D8281227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96804" y="4418755"/>
            <a:ext cx="1021001" cy="50172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2000" cap="none" spc="100" baseline="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Add year</a:t>
            </a:r>
          </a:p>
        </p:txBody>
      </p:sp>
      <p:sp>
        <p:nvSpPr>
          <p:cNvPr id="54" name="Text Placeholder 14">
            <a:extLst>
              <a:ext uri="{FF2B5EF4-FFF2-40B4-BE49-F238E27FC236}">
                <a16:creationId xmlns:a16="http://schemas.microsoft.com/office/drawing/2014/main" id="{A6C85040-3D7A-4FD1-B96E-3ED73836766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029367" y="2120620"/>
            <a:ext cx="1440088" cy="54952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5" name="Text Placeholder 14">
            <a:extLst>
              <a:ext uri="{FF2B5EF4-FFF2-40B4-BE49-F238E27FC236}">
                <a16:creationId xmlns:a16="http://schemas.microsoft.com/office/drawing/2014/main" id="{966941C8-0858-4060-8F85-A63D40D0587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397612" y="2120620"/>
            <a:ext cx="1440088" cy="54952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6" name="Text Placeholder 14">
            <a:extLst>
              <a:ext uri="{FF2B5EF4-FFF2-40B4-BE49-F238E27FC236}">
                <a16:creationId xmlns:a16="http://schemas.microsoft.com/office/drawing/2014/main" id="{B66D6339-390D-45A7-BBF7-ADB8D6A0168F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344687" y="2120620"/>
            <a:ext cx="1440088" cy="54952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7" name="Text Placeholder 14">
            <a:extLst>
              <a:ext uri="{FF2B5EF4-FFF2-40B4-BE49-F238E27FC236}">
                <a16:creationId xmlns:a16="http://schemas.microsoft.com/office/drawing/2014/main" id="{89C25EC2-6755-441D-BD59-204C60EFD6A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029367" y="3854752"/>
            <a:ext cx="1440088" cy="55716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8" name="Text Placeholder 14">
            <a:extLst>
              <a:ext uri="{FF2B5EF4-FFF2-40B4-BE49-F238E27FC236}">
                <a16:creationId xmlns:a16="http://schemas.microsoft.com/office/drawing/2014/main" id="{5AA552AB-DFEE-4CE4-9596-F63F557FD478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976442" y="3854752"/>
            <a:ext cx="1440088" cy="55716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none" spc="10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9" name="Text Placeholder 14">
            <a:extLst>
              <a:ext uri="{FF2B5EF4-FFF2-40B4-BE49-F238E27FC236}">
                <a16:creationId xmlns:a16="http://schemas.microsoft.com/office/drawing/2014/main" id="{8AA79F31-661A-42DB-97E9-B3633BF6622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9923517" y="3854752"/>
            <a:ext cx="1440088" cy="55716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71E1E5-ACAD-4ED5-AAF2-539AF0733F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71808"/>
            <a:ext cx="10515600" cy="66192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808358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nci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DFB87B-D4AD-42B4-8993-D5BD0311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BDA0E7-08C2-442E-A8B3-F1218B69F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9842E0-2E48-4C5C-9EC5-429BF2DA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3808EC-BC22-46D4-895E-0A67F6EE1907}"/>
              </a:ext>
            </a:extLst>
          </p:cNvPr>
          <p:cNvSpPr/>
          <p:nvPr userDrawn="1"/>
        </p:nvSpPr>
        <p:spPr>
          <a:xfrm>
            <a:off x="9393543" y="0"/>
            <a:ext cx="1855263" cy="445995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783E2FE-F5EA-4C43-BC5B-23330B11D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8333552" y="3930709"/>
            <a:ext cx="3975244" cy="996551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5785927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et The Team 4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40F7723-F5B1-4A97-921F-93E42B12D62B}"/>
              </a:ext>
            </a:extLst>
          </p:cNvPr>
          <p:cNvSpPr/>
          <p:nvPr userDrawn="1"/>
        </p:nvSpPr>
        <p:spPr>
          <a:xfrm>
            <a:off x="4659086" y="0"/>
            <a:ext cx="753291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670FDF-6533-4E3F-94A4-2548DA2F9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DB69DE-3108-4A10-8EDD-EC2EF3F5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9B337B-1B07-4B9D-9563-C5E433F83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FA44B00A-A50E-49C2-AE8C-E243734442A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31913" y="671944"/>
            <a:ext cx="2013133" cy="16974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00A1A7F-BD7F-4CB8-A8BD-C7DDCD62C9A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94627" y="2426760"/>
            <a:ext cx="2487705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Add name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4253CF9-87EA-4162-8CBD-63E10EBEB6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94627" y="2801755"/>
            <a:ext cx="2487705" cy="4356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sz="14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F099E8E6-E766-4B5B-8E98-7D92E8F91A9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038065" y="671944"/>
            <a:ext cx="2013133" cy="16974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A3AC6007-1F43-4D93-842F-2E1F01D19B2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800779" y="2426197"/>
            <a:ext cx="2487705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85EC4308-1195-47F4-A415-8637701ADF8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800779" y="2801192"/>
            <a:ext cx="2487705" cy="4356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sz="14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8" name="Picture Placeholder 9">
            <a:extLst>
              <a:ext uri="{FF2B5EF4-FFF2-40B4-BE49-F238E27FC236}">
                <a16:creationId xmlns:a16="http://schemas.microsoft.com/office/drawing/2014/main" id="{8E583185-DBE3-45E6-B367-B88C50A91CEA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031913" y="3494316"/>
            <a:ext cx="2013133" cy="16974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0B472BE4-F051-416A-AFCF-53E847C3E54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794627" y="5249132"/>
            <a:ext cx="2487705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FF4A7512-D4D0-4D2E-A300-C5EE0AC2EC8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794627" y="5624127"/>
            <a:ext cx="2487705" cy="4356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sz="14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41" name="Picture Placeholder 9">
            <a:extLst>
              <a:ext uri="{FF2B5EF4-FFF2-40B4-BE49-F238E27FC236}">
                <a16:creationId xmlns:a16="http://schemas.microsoft.com/office/drawing/2014/main" id="{7CBE80F1-F6E2-416E-9F4A-EBE15E0F94A5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9038065" y="3494316"/>
            <a:ext cx="2013133" cy="16974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B9A76D07-863C-4818-9D9C-99B8F83B8F4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800779" y="5248569"/>
            <a:ext cx="2487705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822CAEC7-C513-41B6-9F77-3D5481F849E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800779" y="5623564"/>
            <a:ext cx="2487705" cy="4356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sz="14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C03895-E987-4148-AB13-798D65CB7B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2238083" y="2746661"/>
            <a:ext cx="4907372" cy="107615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2897451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et The Team 8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A64182B-9BBA-4B44-BC53-045107E9371D}"/>
              </a:ext>
            </a:extLst>
          </p:cNvPr>
          <p:cNvSpPr/>
          <p:nvPr userDrawn="1"/>
        </p:nvSpPr>
        <p:spPr>
          <a:xfrm>
            <a:off x="2754086" y="0"/>
            <a:ext cx="943791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DA1795-FD62-4E99-989E-A14C0571A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25EE35-717E-4E9F-A75B-366341B39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C606A6-DC50-4DDF-8621-3D530D52B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DE112EE-5EA4-49AF-8AF9-754D30C1448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758452" y="1190975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63210BF0-55FD-4D41-9458-4492BAD292A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74958" y="2442078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A739369F-4EDD-4B19-8395-084759667B6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4958" y="2746735"/>
            <a:ext cx="1982733" cy="6177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A72E3657-9D29-484E-819B-67EA4ADC474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858792" y="1190975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3E59867B-1A93-4A9B-9C2E-AE7B5FCF510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575298" y="2442078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690192BD-CD3C-44D3-9A9A-8782B80F765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575298" y="2746735"/>
            <a:ext cx="1982733" cy="6177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75E378BE-4D71-48F2-BA16-CCF8158EF7E8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959132" y="1190975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80F28DC9-C26A-4D42-8BFA-540BB696E04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675638" y="2442078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9642AD6D-085C-424D-B340-7731A4F95D4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675638" y="2746735"/>
            <a:ext cx="1982733" cy="6177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3" name="Picture Placeholder 9">
            <a:extLst>
              <a:ext uri="{FF2B5EF4-FFF2-40B4-BE49-F238E27FC236}">
                <a16:creationId xmlns:a16="http://schemas.microsoft.com/office/drawing/2014/main" id="{9CD02B3D-3B05-4CE4-98EF-4772E813751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0059471" y="1190975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758AF150-35C5-4E99-97F8-798A80E52A7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775977" y="2442078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B02EB253-A55A-4EC6-A5A8-ABACCF75D01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775977" y="2746735"/>
            <a:ext cx="1982733" cy="6177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6" name="Picture Placeholder 9">
            <a:extLst>
              <a:ext uri="{FF2B5EF4-FFF2-40B4-BE49-F238E27FC236}">
                <a16:creationId xmlns:a16="http://schemas.microsoft.com/office/drawing/2014/main" id="{1A02BB49-28DB-48E5-8959-D36C9840302C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3758452" y="3742368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3C6BE33-794C-464D-886A-DB31DC137B0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474958" y="4993471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51088B84-C9AE-4E0F-BE0B-7691872F789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74958" y="5298128"/>
            <a:ext cx="1982733" cy="5809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9" name="Picture Placeholder 9">
            <a:extLst>
              <a:ext uri="{FF2B5EF4-FFF2-40B4-BE49-F238E27FC236}">
                <a16:creationId xmlns:a16="http://schemas.microsoft.com/office/drawing/2014/main" id="{EC807298-9742-4D0C-86D4-A25C5ED3069C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5858792" y="3742368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7B94081A-B2B7-439C-B7CA-91A63FB88DF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575298" y="4993471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875898E2-098E-4BDE-8BA8-C1D0755D7E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575298" y="5298128"/>
            <a:ext cx="1982733" cy="5809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EEB78526-379C-43C5-ABE7-2F184FC309A1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959132" y="3742368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FAA9378E-4336-4D84-9033-052E57D5470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75638" y="4993471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34" name="Text Placeholder 10">
            <a:extLst>
              <a:ext uri="{FF2B5EF4-FFF2-40B4-BE49-F238E27FC236}">
                <a16:creationId xmlns:a16="http://schemas.microsoft.com/office/drawing/2014/main" id="{4AF0D6AA-392E-489E-8457-370F653057E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675638" y="5298128"/>
            <a:ext cx="1982733" cy="5809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5" name="Picture Placeholder 9">
            <a:extLst>
              <a:ext uri="{FF2B5EF4-FFF2-40B4-BE49-F238E27FC236}">
                <a16:creationId xmlns:a16="http://schemas.microsoft.com/office/drawing/2014/main" id="{515D701A-667D-41D8-B25B-72B088C7E9E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10059471" y="3742368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6" name="Text Placeholder 10">
            <a:extLst>
              <a:ext uri="{FF2B5EF4-FFF2-40B4-BE49-F238E27FC236}">
                <a16:creationId xmlns:a16="http://schemas.microsoft.com/office/drawing/2014/main" id="{D0AB2C67-89B8-459B-BB18-3655BA5AB35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775977" y="4993471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88DB254D-C387-4A49-A475-DA300A71317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775977" y="5298128"/>
            <a:ext cx="1982733" cy="5809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00339E-E516-47A3-98FD-7904488645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332219" y="2746661"/>
            <a:ext cx="4907372" cy="107615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71011030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516B3E-BF5D-4CBE-AA15-FEAD2B0B9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C6F15C-2031-4B28-91FF-8532EFEE8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847681-AA55-4F94-8741-812FB3628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FB5880F-F841-4DE6-B266-C373510AF249}"/>
              </a:ext>
            </a:extLst>
          </p:cNvPr>
          <p:cNvSpPr/>
          <p:nvPr userDrawn="1"/>
        </p:nvSpPr>
        <p:spPr>
          <a:xfrm rot="5400000">
            <a:off x="9766385" y="-1006534"/>
            <a:ext cx="972645" cy="39242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388B7164-58B7-4BB5-998B-0E7F664D929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 rot="16200000">
            <a:off x="562550" y="3063183"/>
            <a:ext cx="2387816" cy="44876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80000"/>
              </a:lnSpc>
              <a:buNone/>
              <a:defRPr sz="2400" cap="all" spc="2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4CB6F5B2-F117-4AD5-9C54-96006D152F1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 rot="16200000">
            <a:off x="3226739" y="3063183"/>
            <a:ext cx="2387816" cy="44876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80000"/>
              </a:lnSpc>
              <a:buNone/>
              <a:defRPr sz="2400" cap="all" spc="2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60636773-D205-448C-8DD8-8BBC3AFC25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 rot="16200000">
            <a:off x="5857430" y="3063181"/>
            <a:ext cx="2387816" cy="44876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80000"/>
              </a:lnSpc>
              <a:buNone/>
              <a:defRPr sz="2400" cap="all" spc="2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6CD4F0A7-B003-44EA-AD28-A4B13CCE892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 rot="16200000">
            <a:off x="8520742" y="3063180"/>
            <a:ext cx="2387816" cy="44876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80000"/>
              </a:lnSpc>
              <a:buNone/>
              <a:defRPr sz="2400" cap="all" spc="2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3CEEA233-6913-4525-8B47-39C2814EEF4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200" y="5154557"/>
            <a:ext cx="2449286" cy="1003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718C63E6-2425-4D8D-99C9-99B35F978A8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8200" y="4525420"/>
            <a:ext cx="2449286" cy="63919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34" name="Text Placeholder 10">
            <a:extLst>
              <a:ext uri="{FF2B5EF4-FFF2-40B4-BE49-F238E27FC236}">
                <a16:creationId xmlns:a16="http://schemas.microsoft.com/office/drawing/2014/main" id="{AEB3CF35-C4EC-42DA-B265-89015DF0350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536069" y="5154557"/>
            <a:ext cx="2449286" cy="1003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5" name="Text Placeholder 10">
            <a:extLst>
              <a:ext uri="{FF2B5EF4-FFF2-40B4-BE49-F238E27FC236}">
                <a16:creationId xmlns:a16="http://schemas.microsoft.com/office/drawing/2014/main" id="{A1B05A3F-5647-4FA8-AAB1-0438B6F6DD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536069" y="4525420"/>
            <a:ext cx="2449286" cy="63919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36" name="Text Placeholder 10">
            <a:extLst>
              <a:ext uri="{FF2B5EF4-FFF2-40B4-BE49-F238E27FC236}">
                <a16:creationId xmlns:a16="http://schemas.microsoft.com/office/drawing/2014/main" id="{67059F7A-88D8-4E2F-A6F4-6CF5F194D54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11909" y="5154557"/>
            <a:ext cx="2449286" cy="1003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CB25228C-31FC-4E25-80B1-8FAD0909BE7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11909" y="4525420"/>
            <a:ext cx="2449286" cy="63919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E3BCA350-B685-4ADC-9FC8-23180729767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04516" y="5154557"/>
            <a:ext cx="2449286" cy="1003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F75319BC-EF3B-4B55-9663-E04ED5DBC88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904516" y="4525420"/>
            <a:ext cx="2449286" cy="63919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FE10C144-C9A1-43BD-9C8A-183A065E24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27694" y="658420"/>
            <a:ext cx="3472731" cy="66596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7860223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502A0C2-BC21-4E10-B50C-353B8CBD72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4985" y="1057275"/>
            <a:ext cx="6015990" cy="345757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7B548780-9B3B-47BB-AA7B-928FA50A6A0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057275"/>
            <a:ext cx="12191999" cy="5295900"/>
          </a:xfrm>
          <a:custGeom>
            <a:avLst/>
            <a:gdLst>
              <a:gd name="connsiteX0" fmla="*/ 0 w 12191999"/>
              <a:gd name="connsiteY0" fmla="*/ 0 h 5295900"/>
              <a:gd name="connsiteX1" fmla="*/ 514985 w 12191999"/>
              <a:gd name="connsiteY1" fmla="*/ 0 h 5295900"/>
              <a:gd name="connsiteX2" fmla="*/ 514985 w 12191999"/>
              <a:gd name="connsiteY2" fmla="*/ 3457576 h 5295900"/>
              <a:gd name="connsiteX3" fmla="*/ 6530975 w 12191999"/>
              <a:gd name="connsiteY3" fmla="*/ 3457576 h 5295900"/>
              <a:gd name="connsiteX4" fmla="*/ 6530975 w 12191999"/>
              <a:gd name="connsiteY4" fmla="*/ 0 h 5295900"/>
              <a:gd name="connsiteX5" fmla="*/ 12191999 w 12191999"/>
              <a:gd name="connsiteY5" fmla="*/ 0 h 5295900"/>
              <a:gd name="connsiteX6" fmla="*/ 12191999 w 12191999"/>
              <a:gd name="connsiteY6" fmla="*/ 5295900 h 5295900"/>
              <a:gd name="connsiteX7" fmla="*/ 0 w 12191999"/>
              <a:gd name="connsiteY7" fmla="*/ 5295900 h 5295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5295900">
                <a:moveTo>
                  <a:pt x="0" y="0"/>
                </a:moveTo>
                <a:lnTo>
                  <a:pt x="514985" y="0"/>
                </a:lnTo>
                <a:lnTo>
                  <a:pt x="514985" y="3457576"/>
                </a:lnTo>
                <a:lnTo>
                  <a:pt x="6530975" y="3457576"/>
                </a:lnTo>
                <a:lnTo>
                  <a:pt x="6530975" y="0"/>
                </a:lnTo>
                <a:lnTo>
                  <a:pt x="12191999" y="0"/>
                </a:lnTo>
                <a:lnTo>
                  <a:pt x="12191999" y="5295900"/>
                </a:lnTo>
                <a:lnTo>
                  <a:pt x="0" y="52959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2958E2-130A-401C-B53D-DCC769627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178FE4-D7D1-40CE-9190-C68702FED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AC4996-95A4-4EC0-BF6E-7C2FACB7C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6332CD16-89CC-43FA-B7BF-06786B4648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26354" y="1547271"/>
            <a:ext cx="5172932" cy="258127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27734DB-D9FF-4945-91EF-DB146D8348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2250" y="762308"/>
            <a:ext cx="5783657" cy="665965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79699044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FB6A2A-F24A-4E64-A207-404C8CC766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610600" y="2132410"/>
            <a:ext cx="3581400" cy="23169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9E19EA-E986-4004-8C5B-712009E78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512B16-8A8E-4099-ACE3-946220C63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D8AF2A-C932-41B3-957E-9888020CD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7D0C286-3FF6-4839-AE38-6F404BF0560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flipH="1">
            <a:off x="1809750" y="466725"/>
            <a:ext cx="7834312" cy="5924550"/>
          </a:xfrm>
          <a:custGeom>
            <a:avLst/>
            <a:gdLst>
              <a:gd name="connsiteX0" fmla="*/ 7834312 w 7834312"/>
              <a:gd name="connsiteY0" fmla="*/ 0 h 5924550"/>
              <a:gd name="connsiteX1" fmla="*/ 0 w 7834312"/>
              <a:gd name="connsiteY1" fmla="*/ 0 h 5924550"/>
              <a:gd name="connsiteX2" fmla="*/ 0 w 7834312"/>
              <a:gd name="connsiteY2" fmla="*/ 1665685 h 5924550"/>
              <a:gd name="connsiteX3" fmla="*/ 1033462 w 7834312"/>
              <a:gd name="connsiteY3" fmla="*/ 1665685 h 5924550"/>
              <a:gd name="connsiteX4" fmla="*/ 1033462 w 7834312"/>
              <a:gd name="connsiteY4" fmla="*/ 3982640 h 5924550"/>
              <a:gd name="connsiteX5" fmla="*/ 0 w 7834312"/>
              <a:gd name="connsiteY5" fmla="*/ 3982640 h 5924550"/>
              <a:gd name="connsiteX6" fmla="*/ 0 w 7834312"/>
              <a:gd name="connsiteY6" fmla="*/ 5924550 h 5924550"/>
              <a:gd name="connsiteX7" fmla="*/ 7834312 w 7834312"/>
              <a:gd name="connsiteY7" fmla="*/ 5924550 h 592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34312" h="5924550">
                <a:moveTo>
                  <a:pt x="7834312" y="0"/>
                </a:moveTo>
                <a:lnTo>
                  <a:pt x="0" y="0"/>
                </a:lnTo>
                <a:lnTo>
                  <a:pt x="0" y="1665685"/>
                </a:lnTo>
                <a:lnTo>
                  <a:pt x="1033462" y="1665685"/>
                </a:lnTo>
                <a:lnTo>
                  <a:pt x="1033462" y="3982640"/>
                </a:lnTo>
                <a:lnTo>
                  <a:pt x="0" y="3982640"/>
                </a:lnTo>
                <a:lnTo>
                  <a:pt x="0" y="5924550"/>
                </a:lnTo>
                <a:lnTo>
                  <a:pt x="7834312" y="592455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88038514-112A-4AE2-BA52-286C38492F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210675" y="2579352"/>
            <a:ext cx="2381250" cy="14230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9C27393D-ACFC-4AC9-93A3-FE24F0D12E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129259" y="3009387"/>
            <a:ext cx="4138612" cy="56299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016349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826315-2B7F-4C57-86AC-F861837D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7E89F0-5C7D-4785-9E27-B2AC9192E6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8B7DCF-7168-4376-8641-10965E65A6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15753"/>
            <a:ext cx="2743200" cy="2057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cap="all" spc="100" baseline="0">
                <a:solidFill>
                  <a:schemeClr val="bg1">
                    <a:lumMod val="50000"/>
                  </a:schemeClr>
                </a:solidFill>
                <a:latin typeface="Seaford" panose="020B0502030303020204" pitchFamily="34" charset="0"/>
              </a:defRPr>
            </a:lvl1pPr>
          </a:lstStyle>
          <a:p>
            <a:r>
              <a:rPr lang="en-US" dirty="0"/>
              <a:t>8/03/20XX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98FEF-9751-417B-82B2-BBAD076658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15753"/>
            <a:ext cx="4114800" cy="2057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all" spc="100" baseline="0">
                <a:solidFill>
                  <a:schemeClr val="bg1">
                    <a:lumMod val="50000"/>
                  </a:schemeClr>
                </a:solidFill>
                <a:latin typeface="Seaford" panose="020B0502030303020204" pitchFamily="34" charset="0"/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F7CE99-0833-4AF7-954F-3E4BD5F9CD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15753"/>
            <a:ext cx="2743200" cy="2057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spc="100" baseline="0">
                <a:solidFill>
                  <a:schemeClr val="bg1">
                    <a:lumMod val="50000"/>
                  </a:schemeClr>
                </a:solidFill>
                <a:latin typeface="Seaford" panose="020B0502030303020204" pitchFamily="34" charset="0"/>
              </a:defRPr>
            </a:lvl1pPr>
          </a:lstStyle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9404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000" kern="1200" cap="all" spc="200" baseline="0">
          <a:ln w="19050">
            <a:solidFill>
              <a:schemeClr val="accent1"/>
            </a:solidFill>
          </a:ln>
          <a:noFill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8FE74D7-D9BF-46B2-AB6D-79E819EB9A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24625" y="2325511"/>
            <a:ext cx="5480562" cy="2332214"/>
          </a:xfrm>
        </p:spPr>
        <p:txBody>
          <a:bodyPr/>
          <a:lstStyle/>
          <a:p>
            <a:pPr algn="ctr"/>
            <a:r>
              <a:rPr lang="en-US" sz="4000" b="1" dirty="0"/>
              <a:t>HOSPITAL APPOINTMENT BOOKING SYSTEM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757BAE-6FA5-4586-884C-EE994B1527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515753"/>
            <a:ext cx="2743200" cy="205722"/>
          </a:xfrm>
        </p:spPr>
        <p:txBody>
          <a:bodyPr/>
          <a:lstStyle/>
          <a:p>
            <a:r>
              <a:rPr lang="en-US" dirty="0"/>
              <a:t>8/03/20XX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C05956-052B-4302-8116-91423E8E7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15753"/>
            <a:ext cx="4114800" cy="205722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B5EF5-D35E-4241-92D4-3A8164978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1</a:t>
            </a:fld>
            <a:endParaRPr lang="en-US" dirty="0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89D0C3E3-D435-699D-2E54-0D878614506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19654" r="19654"/>
          <a:stretch>
            <a:fillRect/>
          </a:stretch>
        </p:blipFill>
        <p:spPr>
          <a:custGeom>
            <a:avLst/>
            <a:gdLst>
              <a:gd name="connsiteX0" fmla="*/ 0 w 6848474"/>
              <a:gd name="connsiteY0" fmla="*/ 0 h 6391274"/>
              <a:gd name="connsiteX1" fmla="*/ 6848474 w 6848474"/>
              <a:gd name="connsiteY1" fmla="*/ 0 h 6391274"/>
              <a:gd name="connsiteX2" fmla="*/ 6848474 w 6848474"/>
              <a:gd name="connsiteY2" fmla="*/ 1685925 h 6391274"/>
              <a:gd name="connsiteX3" fmla="*/ 6029325 w 6848474"/>
              <a:gd name="connsiteY3" fmla="*/ 1685925 h 6391274"/>
              <a:gd name="connsiteX4" fmla="*/ 6029325 w 6848474"/>
              <a:gd name="connsiteY4" fmla="*/ 4595813 h 6391274"/>
              <a:gd name="connsiteX5" fmla="*/ 6848474 w 6848474"/>
              <a:gd name="connsiteY5" fmla="*/ 4595813 h 6391274"/>
              <a:gd name="connsiteX6" fmla="*/ 6848474 w 6848474"/>
              <a:gd name="connsiteY6" fmla="*/ 6391274 h 6391274"/>
              <a:gd name="connsiteX7" fmla="*/ 0 w 6848474"/>
              <a:gd name="connsiteY7" fmla="*/ 6391274 h 6391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48474" h="6391274">
                <a:moveTo>
                  <a:pt x="0" y="0"/>
                </a:moveTo>
                <a:lnTo>
                  <a:pt x="6848474" y="0"/>
                </a:lnTo>
                <a:lnTo>
                  <a:pt x="6848474" y="1685925"/>
                </a:lnTo>
                <a:lnTo>
                  <a:pt x="6029325" y="1685925"/>
                </a:lnTo>
                <a:lnTo>
                  <a:pt x="6029325" y="4595813"/>
                </a:lnTo>
                <a:lnTo>
                  <a:pt x="6848474" y="4595813"/>
                </a:lnTo>
                <a:lnTo>
                  <a:pt x="6848474" y="6391274"/>
                </a:lnTo>
                <a:lnTo>
                  <a:pt x="0" y="6391274"/>
                </a:lnTo>
                <a:close/>
              </a:path>
            </a:pathLst>
          </a:cu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20F10CD-D8C5-5BF4-DBE8-108531568031}"/>
              </a:ext>
            </a:extLst>
          </p:cNvPr>
          <p:cNvSpPr txBox="1"/>
          <p:nvPr/>
        </p:nvSpPr>
        <p:spPr>
          <a:xfrm>
            <a:off x="7581900" y="5237963"/>
            <a:ext cx="4114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Submitted By -</a:t>
            </a:r>
            <a:r>
              <a:rPr lang="en-US" dirty="0"/>
              <a:t>  Saloni Sahani</a:t>
            </a:r>
          </a:p>
          <a:p>
            <a:pPr algn="ctr"/>
            <a:r>
              <a:rPr lang="en-US" b="1" dirty="0"/>
              <a:t>Internship Course -</a:t>
            </a:r>
            <a:r>
              <a:rPr lang="en-US" dirty="0"/>
              <a:t> Cloud Computing</a:t>
            </a:r>
          </a:p>
          <a:p>
            <a:pPr algn="ctr"/>
            <a:r>
              <a:rPr lang="en-US" b="1" dirty="0"/>
              <a:t>Guided By - </a:t>
            </a:r>
            <a:r>
              <a:rPr lang="en-US" dirty="0"/>
              <a:t>Ms. Monali Kumari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5750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itle 110">
            <a:extLst>
              <a:ext uri="{FF2B5EF4-FFF2-40B4-BE49-F238E27FC236}">
                <a16:creationId xmlns:a16="http://schemas.microsoft.com/office/drawing/2014/main" id="{27400555-FDF0-4051-BE1D-9F1757952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1574" y="658420"/>
            <a:ext cx="6408851" cy="665965"/>
          </a:xfrm>
        </p:spPr>
        <p:txBody>
          <a:bodyPr/>
          <a:lstStyle/>
          <a:p>
            <a:r>
              <a:rPr lang="en-US" sz="4200" dirty="0"/>
              <a:t>Introduction</a:t>
            </a:r>
          </a:p>
        </p:txBody>
      </p:sp>
      <p:sp>
        <p:nvSpPr>
          <p:cNvPr id="124" name="Text Placeholder 123">
            <a:extLst>
              <a:ext uri="{FF2B5EF4-FFF2-40B4-BE49-F238E27FC236}">
                <a16:creationId xmlns:a16="http://schemas.microsoft.com/office/drawing/2014/main" id="{3190266D-0F33-45C1-99B6-88C3D275AB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681317"/>
            <a:ext cx="10515600" cy="4834436"/>
          </a:xfrm>
        </p:spPr>
        <p:txBody>
          <a:bodyPr>
            <a:noAutofit/>
          </a:bodyPr>
          <a:lstStyle/>
          <a:p>
            <a:r>
              <a:rPr lang="en-US" sz="2100" dirty="0"/>
              <a:t>This project is a </a:t>
            </a:r>
            <a:r>
              <a:rPr lang="en-US" sz="2100" b="1" dirty="0" err="1"/>
              <a:t>CityCare</a:t>
            </a:r>
            <a:r>
              <a:rPr lang="en-US" sz="2100" b="1" dirty="0"/>
              <a:t> Hospital Appointment Booking Website integrated with IBM </a:t>
            </a:r>
            <a:r>
              <a:rPr lang="en-US" sz="2100" b="1" dirty="0" err="1"/>
              <a:t>watsonx</a:t>
            </a:r>
            <a:r>
              <a:rPr lang="en-US" sz="2100" b="1" dirty="0"/>
              <a:t> Assistant Chatbot</a:t>
            </a:r>
            <a:r>
              <a:rPr lang="en-US" sz="2100" dirty="0"/>
              <a:t>.</a:t>
            </a:r>
          </a:p>
          <a:p>
            <a:endParaRPr lang="en-US" sz="2100" dirty="0"/>
          </a:p>
          <a:p>
            <a:r>
              <a:rPr lang="en-US" sz="2100" dirty="0"/>
              <a:t>It allows patients to view hospital details, check departments and doctors, and book appointments online easily.</a:t>
            </a:r>
          </a:p>
          <a:p>
            <a:endParaRPr lang="en-US" sz="2100" dirty="0"/>
          </a:p>
          <a:p>
            <a:r>
              <a:rPr lang="en-US" sz="2100" dirty="0"/>
              <a:t>The integrated AI chatbot helps users by answering questions like hospital timings, services, and appointment booking. It provides quick and automatic support 24/7.</a:t>
            </a:r>
          </a:p>
          <a:p>
            <a:endParaRPr lang="en-US" sz="2100" dirty="0"/>
          </a:p>
          <a:p>
            <a:r>
              <a:rPr lang="en-US" sz="2100" dirty="0"/>
              <a:t>The main aim of this project is to make hospital services faster, easier, and more convenient for patients.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C6ECA-F6C9-4E40-9615-903B54C7B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16191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D00567-14B2-071B-455A-2B3B842EF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60B6F-2FE3-4DE6-9496-980E987E7466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042106-350A-F762-D5E4-7CF9C58CB2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603022"/>
            <a:ext cx="10515600" cy="4596559"/>
          </a:xfrm>
        </p:spPr>
        <p:txBody>
          <a:bodyPr/>
          <a:lstStyle/>
          <a:p>
            <a:r>
              <a:rPr lang="en-US" sz="2100" b="1" dirty="0">
                <a:solidFill>
                  <a:srgbClr val="008080"/>
                </a:solidFill>
              </a:rPr>
              <a:t>In many hospitals</a:t>
            </a:r>
            <a:r>
              <a:rPr lang="en-US" sz="2100" dirty="0">
                <a:solidFill>
                  <a:srgbClr val="008080"/>
                </a:solidFill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Appointments are booked manually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Patients must call or visit physically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There is long waiting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Staff workload is high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Information is not easily available</a:t>
            </a:r>
          </a:p>
          <a:p>
            <a:endParaRPr lang="en-US" sz="2100" b="1" dirty="0"/>
          </a:p>
          <a:p>
            <a:r>
              <a:rPr lang="en-US" sz="2100" b="1" dirty="0">
                <a:solidFill>
                  <a:srgbClr val="008080"/>
                </a:solidFill>
              </a:rPr>
              <a:t>So I developed a digital solution where</a:t>
            </a:r>
            <a:r>
              <a:rPr lang="en-US" sz="2100" dirty="0">
                <a:solidFill>
                  <a:srgbClr val="008080"/>
                </a:solidFill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Appointments can be booked online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Patients get instant responses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AI chatbot provides 24/7 support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Manual work is reduced</a:t>
            </a:r>
          </a:p>
          <a:p>
            <a:endParaRPr lang="en-IN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548BCABE-1F6C-C43B-D600-C07493A39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5716" y="658420"/>
            <a:ext cx="6704709" cy="665965"/>
          </a:xfrm>
        </p:spPr>
        <p:txBody>
          <a:bodyPr/>
          <a:lstStyle/>
          <a:p>
            <a:r>
              <a:rPr lang="en-IN" sz="4200" dirty="0"/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4173756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itle 84">
            <a:extLst>
              <a:ext uri="{FF2B5EF4-FFF2-40B4-BE49-F238E27FC236}">
                <a16:creationId xmlns:a16="http://schemas.microsoft.com/office/drawing/2014/main" id="{583A8370-72B5-4ECE-B5E0-5B47654B2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06006" y="609223"/>
            <a:ext cx="6979987" cy="824466"/>
          </a:xfrm>
        </p:spPr>
        <p:txBody>
          <a:bodyPr/>
          <a:lstStyle/>
          <a:p>
            <a:pPr algn="ctr"/>
            <a:r>
              <a:rPr lang="en-IN" dirty="0"/>
              <a:t>Website Overview</a:t>
            </a:r>
            <a:endParaRPr lang="en-US" dirty="0"/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25C9712B-794E-4F23-928A-FFCA310FE74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09600" y="1433689"/>
            <a:ext cx="10832124" cy="4623177"/>
          </a:xfrm>
        </p:spPr>
        <p:txBody>
          <a:bodyPr/>
          <a:lstStyle/>
          <a:p>
            <a:r>
              <a:rPr lang="en-US" sz="2100" b="1" dirty="0">
                <a:solidFill>
                  <a:srgbClr val="008080"/>
                </a:solidFill>
              </a:rPr>
              <a:t>Purpose:</a:t>
            </a:r>
            <a:br>
              <a:rPr lang="en-US" sz="2100" dirty="0"/>
            </a:br>
            <a:r>
              <a:rPr lang="en-US" sz="2100" dirty="0"/>
              <a:t>A smart hospital booking website that allows patients to easily access services and book appointments online with AI chatbot support.</a:t>
            </a:r>
          </a:p>
          <a:p>
            <a:endParaRPr lang="en-US" sz="2100" dirty="0"/>
          </a:p>
          <a:p>
            <a:r>
              <a:rPr lang="en-US" sz="2100" b="1" dirty="0">
                <a:solidFill>
                  <a:srgbClr val="008080"/>
                </a:solidFill>
              </a:rPr>
              <a:t>What the Website Does: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Allows online appointment booking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Shows hospital departments and services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Displays doctor details and specializations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Provides hospital timings and contact details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Offers 24/7 assistance through IBM Watson AI Chatbot</a:t>
            </a:r>
          </a:p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37CBF2-4176-4C56-8824-858FA51A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84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98221D68-CEED-411C-AC3A-7A72C43713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10600" y="643467"/>
            <a:ext cx="3468511" cy="5872285"/>
          </a:xfrm>
        </p:spPr>
        <p:txBody>
          <a:bodyPr>
            <a:noAutofit/>
          </a:bodyPr>
          <a:lstStyle/>
          <a:p>
            <a:r>
              <a:rPr lang="en-US" sz="1900" b="1" dirty="0">
                <a:solidFill>
                  <a:srgbClr val="008080"/>
                </a:solidFill>
              </a:rPr>
              <a:t>Pages &amp; Functions:</a:t>
            </a:r>
          </a:p>
          <a:p>
            <a:r>
              <a:rPr lang="en-US" sz="1900" b="1" dirty="0"/>
              <a:t>Home</a:t>
            </a:r>
            <a:r>
              <a:rPr lang="en-US" sz="1900" dirty="0"/>
              <a:t> – Hospital intro and quick booking access</a:t>
            </a:r>
          </a:p>
          <a:p>
            <a:r>
              <a:rPr lang="en-US" sz="1900" b="1" dirty="0"/>
              <a:t>Services</a:t>
            </a:r>
            <a:r>
              <a:rPr lang="en-US" sz="1900" dirty="0"/>
              <a:t> – List of medical departments</a:t>
            </a:r>
          </a:p>
          <a:p>
            <a:r>
              <a:rPr lang="en-US" sz="1900" b="1" dirty="0"/>
              <a:t>Doctors</a:t>
            </a:r>
            <a:r>
              <a:rPr lang="en-US" sz="1900" dirty="0"/>
              <a:t> – Doctor profiles and specialization</a:t>
            </a:r>
          </a:p>
          <a:p>
            <a:r>
              <a:rPr lang="en-US" sz="1900" b="1" dirty="0"/>
              <a:t>Appointment</a:t>
            </a:r>
            <a:r>
              <a:rPr lang="en-US" sz="1900" dirty="0"/>
              <a:t> – Booking form (main feature)</a:t>
            </a:r>
          </a:p>
          <a:p>
            <a:r>
              <a:rPr lang="en-US" sz="1900" b="1" dirty="0"/>
              <a:t>About Us</a:t>
            </a:r>
            <a:r>
              <a:rPr lang="en-US" sz="1900" dirty="0"/>
              <a:t> – Trusted Care, 24/7 Support, Expert Team</a:t>
            </a:r>
          </a:p>
          <a:p>
            <a:r>
              <a:rPr lang="en-US" sz="1900" b="1" dirty="0"/>
              <a:t>Contact</a:t>
            </a:r>
            <a:r>
              <a:rPr lang="en-US" sz="1900" dirty="0"/>
              <a:t> – Address, phone, email, timings</a:t>
            </a:r>
          </a:p>
          <a:p>
            <a:r>
              <a:rPr lang="en-US" sz="1900" b="1" dirty="0"/>
              <a:t>Chatbot</a:t>
            </a:r>
            <a:r>
              <a:rPr lang="en-US" sz="1900" dirty="0"/>
              <a:t> – Answers queries and guides booking process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A8E79-2231-42DD-834F-F399CC7D1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C3C07B-E2C8-FBC5-519B-31B6A770F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48523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646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C0192-71E7-1EDF-2BB3-21219A5F4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490691-7DF7-E85E-9B0A-1E34D0499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25585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EFCBFF-1F83-9C90-10C0-7BDBE71028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465006"/>
            <a:ext cx="10515600" cy="4247536"/>
          </a:xfrm>
        </p:spPr>
        <p:txBody>
          <a:bodyPr/>
          <a:lstStyle/>
          <a:p>
            <a:r>
              <a:rPr lang="en-US" sz="1900" dirty="0"/>
              <a:t>For this project, I used:</a:t>
            </a:r>
          </a:p>
          <a:p>
            <a:endParaRPr lang="en-IN" sz="1900" b="1" dirty="0"/>
          </a:p>
          <a:p>
            <a:r>
              <a:rPr lang="en-IN" sz="1900" b="1" dirty="0">
                <a:solidFill>
                  <a:srgbClr val="008080"/>
                </a:solidFill>
              </a:rPr>
              <a:t>Frontend: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CSS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JavaScript</a:t>
            </a:r>
          </a:p>
          <a:p>
            <a:endParaRPr lang="en-IN" sz="1900" dirty="0"/>
          </a:p>
          <a:p>
            <a:r>
              <a:rPr lang="en-IN" sz="1900" b="1" dirty="0">
                <a:solidFill>
                  <a:srgbClr val="008080"/>
                </a:solidFill>
              </a:rPr>
              <a:t>Chatbot: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IBM </a:t>
            </a:r>
            <a:r>
              <a:rPr lang="en-IN" sz="1900" dirty="0" err="1"/>
              <a:t>watsonx</a:t>
            </a:r>
            <a:r>
              <a:rPr lang="en-IN" sz="1900" dirty="0"/>
              <a:t> Assistant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Intents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Entities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Dialog Nodes</a:t>
            </a:r>
          </a:p>
          <a:p>
            <a:r>
              <a:rPr lang="en-US" sz="1900" dirty="0"/>
              <a:t>The chatbot is integrated using an IBM script inside my website.</a:t>
            </a:r>
            <a:endParaRPr lang="en-IN" sz="1900" dirty="0"/>
          </a:p>
          <a:p>
            <a:endParaRPr lang="en-IN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826730A7-5D09-D5B2-9A86-EEF54CA7A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Technologies Used</a:t>
            </a:r>
          </a:p>
        </p:txBody>
      </p:sp>
    </p:spTree>
    <p:extLst>
      <p:ext uri="{BB962C8B-B14F-4D97-AF65-F5344CB8AC3E}">
        <p14:creationId xmlns:p14="http://schemas.microsoft.com/office/powerpoint/2010/main" val="4000577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EBD75B-6086-71D2-E5B1-2686EF593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60B6F-2FE3-4DE6-9496-980E987E7466}" type="slidenum">
              <a:rPr lang="en-US" smtClean="0"/>
              <a:t>7</a:t>
            </a:fld>
            <a:endParaRPr lang="en-US" dirty="0"/>
          </a:p>
        </p:txBody>
      </p:sp>
      <p:sp>
        <p:nvSpPr>
          <p:cNvPr id="27" name="Title 26">
            <a:extLst>
              <a:ext uri="{FF2B5EF4-FFF2-40B4-BE49-F238E27FC236}">
                <a16:creationId xmlns:a16="http://schemas.microsoft.com/office/drawing/2014/main" id="{C6327A93-1BE1-DB99-01AE-0213AD52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723" y="707923"/>
            <a:ext cx="9891199" cy="1703774"/>
          </a:xfrm>
        </p:spPr>
        <p:txBody>
          <a:bodyPr/>
          <a:lstStyle/>
          <a:p>
            <a:pPr algn="ctr"/>
            <a:r>
              <a:rPr lang="en-US" sz="3950" b="1" dirty="0"/>
              <a:t>What is IBM </a:t>
            </a:r>
            <a:r>
              <a:rPr lang="en-US" sz="3950" b="1" dirty="0" err="1"/>
              <a:t>watsonx</a:t>
            </a:r>
            <a:r>
              <a:rPr lang="en-US" sz="3950" b="1" dirty="0"/>
              <a:t> Assistant Chatbot?</a:t>
            </a:r>
            <a:br>
              <a:rPr lang="en-US" b="1" dirty="0"/>
            </a:br>
            <a:endParaRPr lang="en-IN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A02C48E-1C3C-0424-60CC-89803DABD983}"/>
              </a:ext>
            </a:extLst>
          </p:cNvPr>
          <p:cNvSpPr txBox="1"/>
          <p:nvPr/>
        </p:nvSpPr>
        <p:spPr>
          <a:xfrm>
            <a:off x="655074" y="2234101"/>
            <a:ext cx="1088185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008080"/>
                </a:solidFill>
              </a:rPr>
              <a:t>IBM </a:t>
            </a:r>
            <a:r>
              <a:rPr lang="en-US" sz="2200" b="1" dirty="0" err="1">
                <a:solidFill>
                  <a:srgbClr val="008080"/>
                </a:solidFill>
              </a:rPr>
              <a:t>watsonx</a:t>
            </a:r>
            <a:r>
              <a:rPr lang="en-US" sz="2200" b="1" dirty="0">
                <a:solidFill>
                  <a:srgbClr val="008080"/>
                </a:solidFill>
              </a:rPr>
              <a:t> Assistant</a:t>
            </a:r>
            <a:r>
              <a:rPr lang="en-US" sz="2200" dirty="0">
                <a:solidFill>
                  <a:srgbClr val="008080"/>
                </a:solidFill>
              </a:rPr>
              <a:t> </a:t>
            </a:r>
            <a:r>
              <a:rPr lang="en-US" sz="2200" dirty="0"/>
              <a:t>is an AI-powered chatbot platform developed by IBM that allows businesses to create intelligent virtual assistants for websites and applications.</a:t>
            </a:r>
          </a:p>
          <a:p>
            <a:endParaRPr lang="en-US" sz="2200" dirty="0"/>
          </a:p>
          <a:p>
            <a:r>
              <a:rPr lang="en-US" sz="2200" dirty="0"/>
              <a:t>It helps businesses to: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Understand user questions using Natural Language Processing (NLP)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Respond automatically with accurate answers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Guide users step-by-step through processes (like booking appointments)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Provide 24/7 support without human involvement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Reduce manual workload and improve customer experience</a:t>
            </a:r>
          </a:p>
          <a:p>
            <a:endParaRPr lang="en-US" sz="2200" dirty="0"/>
          </a:p>
          <a:p>
            <a:r>
              <a:rPr lang="en-US" sz="2200" dirty="0"/>
              <a:t>It works using </a:t>
            </a:r>
            <a:r>
              <a:rPr lang="en-US" sz="2200" b="1" dirty="0"/>
              <a:t>intents, entities, and dialog flow</a:t>
            </a:r>
            <a:r>
              <a:rPr lang="en-US" sz="2200" dirty="0"/>
              <a:t> to create natural and interactive conversations.</a:t>
            </a:r>
          </a:p>
        </p:txBody>
      </p:sp>
    </p:spTree>
    <p:extLst>
      <p:ext uri="{BB962C8B-B14F-4D97-AF65-F5344CB8AC3E}">
        <p14:creationId xmlns:p14="http://schemas.microsoft.com/office/powerpoint/2010/main" val="2538692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26">
            <a:extLst>
              <a:ext uri="{FF2B5EF4-FFF2-40B4-BE49-F238E27FC236}">
                <a16:creationId xmlns:a16="http://schemas.microsoft.com/office/drawing/2014/main" id="{B288E94B-1B9A-42EA-8432-6AE5903CB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4193" y="634594"/>
            <a:ext cx="6618626" cy="639192"/>
          </a:xfrm>
        </p:spPr>
        <p:txBody>
          <a:bodyPr/>
          <a:lstStyle/>
          <a:p>
            <a:r>
              <a:rPr lang="en-IN" dirty="0"/>
              <a:t>How Chatbot Works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CC98BF1-21A5-417A-B192-6B11AA3C9A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7045" y="1556125"/>
            <a:ext cx="4858139" cy="4458750"/>
          </a:xfrm>
        </p:spPr>
        <p:txBody>
          <a:bodyPr/>
          <a:lstStyle/>
          <a:p>
            <a:r>
              <a:rPr lang="en-IN" sz="2100" dirty="0"/>
              <a:t>The chatbot works using:</a:t>
            </a:r>
          </a:p>
          <a:p>
            <a:r>
              <a:rPr lang="en-US" sz="2100" b="1" dirty="0">
                <a:solidFill>
                  <a:srgbClr val="008080"/>
                </a:solidFill>
              </a:rPr>
              <a:t>1. Intents</a:t>
            </a:r>
          </a:p>
          <a:p>
            <a:r>
              <a:rPr lang="en-US" sz="2100" dirty="0"/>
              <a:t>Intent means what the user wants.</a:t>
            </a:r>
          </a:p>
          <a:p>
            <a:r>
              <a:rPr lang="en-US" sz="2100" dirty="0"/>
              <a:t>For example:</a:t>
            </a:r>
            <a:br>
              <a:rPr lang="en-US" sz="2100" dirty="0"/>
            </a:br>
            <a:r>
              <a:rPr lang="en-US" sz="2100" dirty="0"/>
              <a:t>If user says:</a:t>
            </a:r>
            <a:br>
              <a:rPr lang="en-US" sz="2100" dirty="0"/>
            </a:br>
            <a:r>
              <a:rPr lang="en-US" sz="2100" dirty="0"/>
              <a:t>“I want to book appointment”</a:t>
            </a:r>
            <a:br>
              <a:rPr lang="en-US" sz="2100" dirty="0"/>
            </a:br>
            <a:r>
              <a:rPr lang="en-US" sz="2100" dirty="0"/>
              <a:t>The chatbot understands the booking intent.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EFA8D6-0E6F-440E-A2B8-749195820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29" name="Picture Placeholder 28">
            <a:extLst>
              <a:ext uri="{FF2B5EF4-FFF2-40B4-BE49-F238E27FC236}">
                <a16:creationId xmlns:a16="http://schemas.microsoft.com/office/drawing/2014/main" id="{B0440941-F72F-B041-0DA4-CB189858764C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2"/>
          <a:srcRect t="-73" b="5188"/>
          <a:stretch>
            <a:fillRect/>
          </a:stretch>
        </p:blipFill>
        <p:spPr>
          <a:xfrm>
            <a:off x="6646606" y="1519309"/>
            <a:ext cx="4543744" cy="4505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881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D319C-FBD6-2670-AB19-697E66E36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86AAF0-74C8-E8FA-25F5-02BCF02B0B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9226" y="1199625"/>
            <a:ext cx="4227909" cy="4458750"/>
          </a:xfrm>
        </p:spPr>
        <p:txBody>
          <a:bodyPr/>
          <a:lstStyle/>
          <a:p>
            <a:r>
              <a:rPr lang="en-US" sz="2100" b="1" dirty="0">
                <a:solidFill>
                  <a:srgbClr val="008080"/>
                </a:solidFill>
              </a:rPr>
              <a:t>2. Entities</a:t>
            </a:r>
          </a:p>
          <a:p>
            <a:r>
              <a:rPr lang="en-US" sz="2100" dirty="0"/>
              <a:t>Entity means important keywords.</a:t>
            </a:r>
          </a:p>
          <a:p>
            <a:r>
              <a:rPr lang="en-US" sz="2100" dirty="0"/>
              <a:t>For example:</a:t>
            </a:r>
            <a:br>
              <a:rPr lang="en-US" sz="2100" dirty="0"/>
            </a:br>
            <a:r>
              <a:rPr lang="en-US" sz="2100" dirty="0"/>
              <a:t>If user says:</a:t>
            </a:r>
            <a:br>
              <a:rPr lang="en-US" sz="2100" dirty="0"/>
            </a:br>
            <a:r>
              <a:rPr lang="en-US" sz="2100" dirty="0"/>
              <a:t>“Book cardiology appointment”</a:t>
            </a:r>
          </a:p>
          <a:p>
            <a:r>
              <a:rPr lang="en-US" sz="2100" dirty="0"/>
              <a:t>The chatbot understands:</a:t>
            </a:r>
            <a:br>
              <a:rPr lang="en-US" sz="2100" dirty="0"/>
            </a:br>
            <a:r>
              <a:rPr lang="en-US" sz="2100" dirty="0"/>
              <a:t>Department = Cardiology</a:t>
            </a:r>
          </a:p>
          <a:p>
            <a:endParaRPr lang="en-US" sz="2000" dirty="0"/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481DC5-D907-A9F4-DE8B-4FED3428F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02EA621-6888-3A71-09A9-102216B8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9820" y="394864"/>
            <a:ext cx="7246374" cy="606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1766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14412-3D3D-A690-A420-75466D703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DED5EF3-EDF4-A413-429C-7C334C6AB4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602" y="1037224"/>
            <a:ext cx="4100089" cy="4857046"/>
          </a:xfrm>
        </p:spPr>
        <p:txBody>
          <a:bodyPr/>
          <a:lstStyle/>
          <a:p>
            <a:r>
              <a:rPr lang="en-US" sz="2100" b="1" dirty="0">
                <a:solidFill>
                  <a:srgbClr val="008080"/>
                </a:solidFill>
              </a:rPr>
              <a:t>3. Dialog Flow</a:t>
            </a:r>
          </a:p>
          <a:p>
            <a:r>
              <a:rPr lang="en-US" sz="2100" dirty="0"/>
              <a:t>The chatbot asks questions step-by-step: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Which department?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Which doctor?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Which date?</a:t>
            </a:r>
          </a:p>
          <a:p>
            <a:r>
              <a:rPr lang="en-US" sz="2100" dirty="0"/>
              <a:t>Then it confirms the booking.</a:t>
            </a:r>
          </a:p>
          <a:p>
            <a:r>
              <a:rPr lang="en-US" sz="2100" dirty="0"/>
              <a:t>This makes the system interactive and user-friendly.</a:t>
            </a:r>
          </a:p>
          <a:p>
            <a:endParaRPr lang="en-US" sz="2000" dirty="0"/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EED011-C66B-E513-1725-55005FB0E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29ACAA4-B4C8-0FA3-6B25-A332F196B7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373"/>
          <a:stretch>
            <a:fillRect/>
          </a:stretch>
        </p:blipFill>
        <p:spPr>
          <a:xfrm>
            <a:off x="4355691" y="835742"/>
            <a:ext cx="7669161" cy="5564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7718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7B3FD-F010-28A8-AE62-0B1691BAF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itle 110">
            <a:extLst>
              <a:ext uri="{FF2B5EF4-FFF2-40B4-BE49-F238E27FC236}">
                <a16:creationId xmlns:a16="http://schemas.microsoft.com/office/drawing/2014/main" id="{89207AE5-F800-BA98-D5D7-63F8F03CF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8466" y="658420"/>
            <a:ext cx="7451960" cy="665965"/>
          </a:xfrm>
        </p:spPr>
        <p:txBody>
          <a:bodyPr/>
          <a:lstStyle/>
          <a:p>
            <a:r>
              <a:rPr lang="en-IN" dirty="0"/>
              <a:t>Future Improvements</a:t>
            </a:r>
            <a:endParaRPr lang="en-US" dirty="0"/>
          </a:p>
        </p:txBody>
      </p:sp>
      <p:sp>
        <p:nvSpPr>
          <p:cNvPr id="124" name="Text Placeholder 123">
            <a:extLst>
              <a:ext uri="{FF2B5EF4-FFF2-40B4-BE49-F238E27FC236}">
                <a16:creationId xmlns:a16="http://schemas.microsoft.com/office/drawing/2014/main" id="{982430F1-134C-EF43-91D5-077E4695AA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783644"/>
            <a:ext cx="10515600" cy="4302524"/>
          </a:xfrm>
        </p:spPr>
        <p:txBody>
          <a:bodyPr>
            <a:noAutofit/>
          </a:bodyPr>
          <a:lstStyle/>
          <a:p>
            <a:r>
              <a:rPr lang="en-US" sz="2400" dirty="0"/>
              <a:t>In the future, this system can be improved by: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Connecting to a real 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Storing appointment records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Adding payment gateway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Sending SMS or email confirmation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Creating admin dashboard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Adding real-time doctor availability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D769BB-7F14-D105-4E3A-87AD9DBA9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6539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4027BD42-0263-3A69-2304-7326CA4E15F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19654" r="19654"/>
          <a:stretch>
            <a:fillRect/>
          </a:stretch>
        </p:blipFill>
        <p:spPr>
          <a:custGeom>
            <a:avLst/>
            <a:gdLst>
              <a:gd name="connsiteX0" fmla="*/ 0 w 6848474"/>
              <a:gd name="connsiteY0" fmla="*/ 0 h 6391274"/>
              <a:gd name="connsiteX1" fmla="*/ 6848474 w 6848474"/>
              <a:gd name="connsiteY1" fmla="*/ 0 h 6391274"/>
              <a:gd name="connsiteX2" fmla="*/ 6848474 w 6848474"/>
              <a:gd name="connsiteY2" fmla="*/ 1685925 h 6391274"/>
              <a:gd name="connsiteX3" fmla="*/ 6029325 w 6848474"/>
              <a:gd name="connsiteY3" fmla="*/ 1685925 h 6391274"/>
              <a:gd name="connsiteX4" fmla="*/ 6029325 w 6848474"/>
              <a:gd name="connsiteY4" fmla="*/ 4595813 h 6391274"/>
              <a:gd name="connsiteX5" fmla="*/ 6848474 w 6848474"/>
              <a:gd name="connsiteY5" fmla="*/ 4595813 h 6391274"/>
              <a:gd name="connsiteX6" fmla="*/ 6848474 w 6848474"/>
              <a:gd name="connsiteY6" fmla="*/ 6391274 h 6391274"/>
              <a:gd name="connsiteX7" fmla="*/ 0 w 6848474"/>
              <a:gd name="connsiteY7" fmla="*/ 6391274 h 6391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48474" h="6391274">
                <a:moveTo>
                  <a:pt x="0" y="0"/>
                </a:moveTo>
                <a:lnTo>
                  <a:pt x="6848474" y="0"/>
                </a:lnTo>
                <a:lnTo>
                  <a:pt x="6848474" y="1685925"/>
                </a:lnTo>
                <a:lnTo>
                  <a:pt x="6029325" y="1685925"/>
                </a:lnTo>
                <a:lnTo>
                  <a:pt x="6029325" y="4595813"/>
                </a:lnTo>
                <a:lnTo>
                  <a:pt x="6848474" y="4595813"/>
                </a:lnTo>
                <a:lnTo>
                  <a:pt x="6848474" y="6391274"/>
                </a:lnTo>
                <a:lnTo>
                  <a:pt x="0" y="6391274"/>
                </a:lnTo>
                <a:close/>
              </a:path>
            </a:pathLst>
          </a:cu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1DBFBA-691D-1E55-9F07-E14435004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60B6F-2FE3-4DE6-9496-980E987E7466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68D9BC8-B282-1D1F-77F2-1D00F80AF2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52445" y="2394002"/>
            <a:ext cx="5172075" cy="2536722"/>
          </a:xfrm>
        </p:spPr>
        <p:txBody>
          <a:bodyPr/>
          <a:lstStyle/>
          <a:p>
            <a:r>
              <a:rPr lang="en-US" dirty="0"/>
              <a:t>In conclusion,</a:t>
            </a:r>
          </a:p>
          <a:p>
            <a:r>
              <a:rPr lang="en-US" dirty="0"/>
              <a:t>This project provides a smart hospital booking system with AI-powered assistant. It: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Saves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Reduces manual 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Improves patient experience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Provides 24/7 support</a:t>
            </a:r>
          </a:p>
          <a:p>
            <a:endParaRPr lang="en-IN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14AA3E0-56BC-44D6-6B9F-A35BD80C6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2349" y="1110768"/>
            <a:ext cx="3959942" cy="639192"/>
          </a:xfrm>
        </p:spPr>
        <p:txBody>
          <a:bodyPr/>
          <a:lstStyle/>
          <a:p>
            <a:r>
              <a:rPr lang="en-IN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741379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>
            <a:extLst>
              <a:ext uri="{FF2B5EF4-FFF2-40B4-BE49-F238E27FC236}">
                <a16:creationId xmlns:a16="http://schemas.microsoft.com/office/drawing/2014/main" id="{1566E1EC-B2A7-4A51-972F-B364AC0BB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Thank You!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6A0A6-003A-44E1-9D66-9A511C92842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6515100"/>
            <a:ext cx="2743200" cy="206375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316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55463"/>
      </a:accent1>
      <a:accent2>
        <a:srgbClr val="A8CADC"/>
      </a:accent2>
      <a:accent3>
        <a:srgbClr val="74A9EA"/>
      </a:accent3>
      <a:accent4>
        <a:srgbClr val="04B3C3"/>
      </a:accent4>
      <a:accent5>
        <a:srgbClr val="5F8473"/>
      </a:accent5>
      <a:accent6>
        <a:srgbClr val="D1EF59"/>
      </a:accent6>
      <a:hlink>
        <a:srgbClr val="0563C1"/>
      </a:hlink>
      <a:folHlink>
        <a:srgbClr val="954F72"/>
      </a:folHlink>
    </a:clrScheme>
    <a:fontScheme name="Custom 29">
      <a:majorFont>
        <a:latin typeface="Seaford Bold"/>
        <a:ea typeface=""/>
        <a:cs typeface=""/>
      </a:majorFont>
      <a:minorFont>
        <a:latin typeface="Quire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althcare Pitch Deck_TM89652269_Win32_JC_v2" id="{F8764AB5-AEEF-4CC2-ABB0-6738C12D74B7}" vid="{4B84277E-49D1-4747-AC5A-A160BBEACD5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7064F8B-46A2-4F22-9203-449568FB589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984FD82-9185-4244-A7C8-36B2990083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3F4F0A7-9599-4FE3-A548-853A09CF02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Healthcare pitch deck</Template>
  <TotalTime>364</TotalTime>
  <Words>596</Words>
  <Application>Microsoft Office PowerPoint</Application>
  <PresentationFormat>Widescreen</PresentationFormat>
  <Paragraphs>115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Quire Sans</vt:lpstr>
      <vt:lpstr>Seaford</vt:lpstr>
      <vt:lpstr>Seaford Bold</vt:lpstr>
      <vt:lpstr>Office Theme</vt:lpstr>
      <vt:lpstr>PowerPoint Presentation</vt:lpstr>
      <vt:lpstr>Introduction</vt:lpstr>
      <vt:lpstr>Problem Statement</vt:lpstr>
      <vt:lpstr>Website Overview</vt:lpstr>
      <vt:lpstr>PowerPoint Presentation</vt:lpstr>
      <vt:lpstr>Technologies Used</vt:lpstr>
      <vt:lpstr>What is IBM watsonx Assistant Chatbot? </vt:lpstr>
      <vt:lpstr>How Chatbot Works</vt:lpstr>
      <vt:lpstr>PowerPoint Presentation</vt:lpstr>
      <vt:lpstr>PowerPoint Presentation</vt:lpstr>
      <vt:lpstr>Future Improvements</vt:lpstr>
      <vt:lpstr>Conclusion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salonisahani20@gmail.com</dc:creator>
  <cp:lastModifiedBy>salonisahani20@gmail.com</cp:lastModifiedBy>
  <cp:revision>4</cp:revision>
  <dcterms:created xsi:type="dcterms:W3CDTF">2026-02-27T11:41:21Z</dcterms:created>
  <dcterms:modified xsi:type="dcterms:W3CDTF">2026-03-02T14:49:26Z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